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2" d="100"/>
          <a:sy n="102" d="100"/>
        </p:scale>
        <p:origin x="-456" y="7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s://bit.ly/3A1uf1Q"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body"/>
          </p:nvPr>
        </p:nvSpPr>
        <p:spPr>
          <a:xfrm>
            <a:off x="-23040" y="0"/>
            <a:ext cx="918972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 name="PlaceHolder 2"/>
          <p:cNvSpPr>
            <a:spLocks noGrp="1"/>
          </p:cNvSpPr>
          <p:nvPr>
            <p:ph type="title"/>
          </p:nvPr>
        </p:nvSpPr>
        <p:spPr>
          <a:xfrm>
            <a:off x="228600" y="3455640"/>
            <a:ext cx="8686440" cy="1242720"/>
          </a:xfrm>
          <a:prstGeom prst="rect">
            <a:avLst/>
          </a:prstGeom>
          <a:noFill/>
          <a:ln w="0">
            <a:noFill/>
          </a:ln>
        </p:spPr>
        <p:txBody>
          <a:bodyPr lIns="91440" tIns="91440" rIns="91440" bIns="91440" anchor="b">
            <a:noAutofit/>
          </a:bodyPr>
          <a:lstStyle/>
          <a:p>
            <a:pPr indent="0">
              <a:buNone/>
            </a:pPr>
            <a:r>
              <a:rPr lang="fr-FR" sz="5000" b="0" u="none" strike="noStrike">
                <a:solidFill>
                  <a:schemeClr val="dk1"/>
                </a:solidFill>
                <a:effectLst/>
                <a:uFillTx/>
                <a:latin typeface="Arial"/>
              </a:rPr>
              <a:t>Click to edit the title text format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35400" y="2362680"/>
            <a:ext cx="6575760" cy="1378440"/>
          </a:xfrm>
          <a:prstGeom prst="rect">
            <a:avLst/>
          </a:prstGeom>
          <a:noFill/>
          <a:ln w="0">
            <a:noFill/>
          </a:ln>
        </p:spPr>
        <p:txBody>
          <a:bodyPr lIns="91440" tIns="91440" rIns="91440" bIns="91440" anchor="b">
            <a:noAutofit/>
          </a:bodyPr>
          <a:lstStyle/>
          <a:p>
            <a:pPr indent="0">
              <a:lnSpc>
                <a:spcPct val="100000"/>
              </a:lnSpc>
              <a:buNone/>
            </a:pPr>
            <a:r>
              <a:rPr lang="fr-FR" sz="6000" b="1" u="none" strike="noStrike">
                <a:solidFill>
                  <a:schemeClr val="dk1"/>
                </a:solidFill>
                <a:effectLst/>
                <a:uFillTx/>
                <a:latin typeface="Bai Jamjuree"/>
                <a:ea typeface="Bai Jamjuree"/>
              </a:rPr>
              <a:t>xx%</a:t>
            </a:r>
            <a:endParaRPr lang="fr-FR" sz="6000" b="0" u="none" strike="noStrike">
              <a:solidFill>
                <a:schemeClr val="dk1"/>
              </a:solidFill>
              <a:effectLst/>
              <a:uFillTx/>
              <a:latin typeface="Arial"/>
            </a:endParaRPr>
          </a:p>
        </p:txBody>
      </p:sp>
      <p:pic>
        <p:nvPicPr>
          <p:cNvPr id="5" name="Google Shape;47;p11"/>
          <p:cNvPicPr/>
          <p:nvPr/>
        </p:nvPicPr>
        <p:blipFill>
          <a:blip r:embed="rId2"/>
          <a:srcRect t="3115" b="-4959"/>
          <a:stretch/>
        </p:blipFill>
        <p:spPr>
          <a:xfrm flipH="1">
            <a:off x="4419720" y="-4718520"/>
            <a:ext cx="12059280" cy="12282120"/>
          </a:xfrm>
          <a:prstGeom prst="rect">
            <a:avLst/>
          </a:prstGeom>
          <a:noFill/>
          <a:ln w="0">
            <a:noFill/>
          </a:ln>
        </p:spPr>
      </p:pic>
      <p:pic>
        <p:nvPicPr>
          <p:cNvPr id="6" name="Google Shape;48;p11"/>
          <p:cNvPicPr/>
          <p:nvPr/>
        </p:nvPicPr>
        <p:blipFill>
          <a:blip r:embed="rId3"/>
          <a:srcRect l="6383" r="6393"/>
          <a:stretch/>
        </p:blipFill>
        <p:spPr>
          <a:xfrm flipH="1">
            <a:off x="5565960" y="-340560"/>
            <a:ext cx="8813520" cy="5851440"/>
          </a:xfrm>
          <a:prstGeom prst="rect">
            <a:avLst/>
          </a:prstGeom>
          <a:noFill/>
          <a:ln w="0">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4_2">
    <p:bg>
      <p:bgPr>
        <a:solidFill>
          <a:schemeClr val="lt1"/>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1446840" y="614880"/>
            <a:ext cx="6915960" cy="1846800"/>
          </a:xfrm>
          <a:prstGeom prst="rect">
            <a:avLst/>
          </a:prstGeom>
          <a:noFill/>
          <a:ln w="0">
            <a:noFill/>
          </a:ln>
        </p:spPr>
        <p:txBody>
          <a:bodyPr lIns="91440" tIns="91440" rIns="91440" bIns="91440" anchor="b">
            <a:noAutofit/>
          </a:bodyPr>
          <a:lstStyle/>
          <a:p>
            <a:pPr indent="0">
              <a:buNone/>
            </a:pPr>
            <a:r>
              <a:rPr lang="fr-FR" sz="5000" b="0" u="none" strike="noStrike">
                <a:solidFill>
                  <a:schemeClr val="dk1"/>
                </a:solidFill>
                <a:effectLst/>
                <a:uFillTx/>
                <a:latin typeface="Arial"/>
              </a:rPr>
              <a:t>Click to edit the title text format</a:t>
            </a:r>
          </a:p>
        </p:txBody>
      </p:sp>
      <p:pic>
        <p:nvPicPr>
          <p:cNvPr id="8" name="Google Shape;53;p13"/>
          <p:cNvPicPr/>
          <p:nvPr/>
        </p:nvPicPr>
        <p:blipFill>
          <a:blip r:embed="rId2"/>
          <a:srcRect t="3115" b="-4959"/>
          <a:stretch/>
        </p:blipFill>
        <p:spPr>
          <a:xfrm>
            <a:off x="-5568840" y="-2605320"/>
            <a:ext cx="12059280" cy="12282120"/>
          </a:xfrm>
          <a:prstGeom prst="rect">
            <a:avLst/>
          </a:prstGeom>
          <a:noFill/>
          <a:ln w="0">
            <a:noFill/>
          </a:ln>
        </p:spPr>
      </p:pic>
      <p:pic>
        <p:nvPicPr>
          <p:cNvPr id="9" name="Google Shape;54;p13"/>
          <p:cNvPicPr/>
          <p:nvPr/>
        </p:nvPicPr>
        <p:blipFill>
          <a:blip r:embed="rId3"/>
          <a:srcRect l="6383" r="6393"/>
          <a:stretch/>
        </p:blipFill>
        <p:spPr>
          <a:xfrm>
            <a:off x="-3469680" y="1772640"/>
            <a:ext cx="8813520" cy="5851440"/>
          </a:xfrm>
          <a:prstGeom prst="rect">
            <a:avLst/>
          </a:prstGeom>
          <a:noFill/>
          <a:ln w="0">
            <a:noFill/>
          </a:ln>
        </p:spPr>
      </p:pic>
      <p:sp>
        <p:nvSpPr>
          <p:cNvPr id="1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sp>
        <p:nvSpPr>
          <p:cNvPr id="11" name="PlaceHolder 1"/>
          <p:cNvSpPr>
            <a:spLocks noGrp="1"/>
          </p:cNvSpPr>
          <p:nvPr>
            <p:ph type="body"/>
          </p:nvPr>
        </p:nvSpPr>
        <p:spPr>
          <a:xfrm>
            <a:off x="4888800" y="0"/>
            <a:ext cx="425520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2" name="PlaceHolder 2"/>
          <p:cNvSpPr>
            <a:spLocks noGrp="1"/>
          </p:cNvSpPr>
          <p:nvPr>
            <p:ph type="title"/>
          </p:nvPr>
        </p:nvSpPr>
        <p:spPr>
          <a:xfrm>
            <a:off x="228600" y="3364920"/>
            <a:ext cx="4342680" cy="127764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pic>
        <p:nvPicPr>
          <p:cNvPr id="13" name="Google Shape;59;p14"/>
          <p:cNvPicPr/>
          <p:nvPr/>
        </p:nvPicPr>
        <p:blipFill>
          <a:blip r:embed="rId2"/>
          <a:srcRect t="8325" b="8325"/>
          <a:stretch/>
        </p:blipFill>
        <p:spPr>
          <a:xfrm>
            <a:off x="-2659680" y="-4391280"/>
            <a:ext cx="8353440" cy="6962400"/>
          </a:xfrm>
          <a:prstGeom prst="rect">
            <a:avLst/>
          </a:prstGeom>
          <a:noFill/>
          <a:ln w="0">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ECTION_HEADER_2">
    <p:bg>
      <p:bgPr>
        <a:solidFill>
          <a:schemeClr val="lt1"/>
        </a:solidFill>
        <a:effectLst/>
      </p:bgPr>
    </p:bg>
    <p:spTree>
      <p:nvGrpSpPr>
        <p:cNvPr id="1" name=""/>
        <p:cNvGrpSpPr/>
        <p:nvPr/>
      </p:nvGrpSpPr>
      <p:grpSpPr>
        <a:xfrm>
          <a:off x="0" y="0"/>
          <a:ext cx="0" cy="0"/>
          <a:chOff x="0" y="0"/>
          <a:chExt cx="0" cy="0"/>
        </a:xfrm>
      </p:grpSpPr>
      <p:sp>
        <p:nvSpPr>
          <p:cNvPr id="14"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5" name="PlaceHolder 2"/>
          <p:cNvSpPr>
            <a:spLocks noGrp="1"/>
          </p:cNvSpPr>
          <p:nvPr>
            <p:ph type="title"/>
          </p:nvPr>
        </p:nvSpPr>
        <p:spPr>
          <a:xfrm>
            <a:off x="4187160" y="3023640"/>
            <a:ext cx="4243320" cy="164268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16" name="PlaceHolder 3"/>
          <p:cNvSpPr>
            <a:spLocks noGrp="1"/>
          </p:cNvSpPr>
          <p:nvPr>
            <p:ph type="title"/>
          </p:nvPr>
        </p:nvSpPr>
        <p:spPr>
          <a:xfrm>
            <a:off x="628560" y="3089880"/>
            <a:ext cx="1940760" cy="1642680"/>
          </a:xfrm>
          <a:prstGeom prst="rect">
            <a:avLst/>
          </a:prstGeom>
          <a:noFill/>
          <a:ln w="0">
            <a:noFill/>
          </a:ln>
        </p:spPr>
        <p:txBody>
          <a:bodyPr lIns="91440" tIns="91440" rIns="91440" bIns="91440" anchor="b">
            <a:noAutofit/>
          </a:bodyPr>
          <a:lstStyle/>
          <a:p>
            <a:pPr indent="0">
              <a:lnSpc>
                <a:spcPct val="100000"/>
              </a:lnSpc>
              <a:buNone/>
            </a:pPr>
            <a:r>
              <a:rPr lang="fr-FR" sz="6000" b="1" u="none" strike="noStrike">
                <a:solidFill>
                  <a:schemeClr val="dk1"/>
                </a:solidFill>
                <a:effectLst/>
                <a:uFillTx/>
                <a:latin typeface="Bai Jamjuree"/>
                <a:ea typeface="Bai Jamjuree"/>
              </a:rPr>
              <a:t>xx%</a:t>
            </a:r>
            <a:endParaRPr lang="fr-FR" sz="6000" b="0" u="none" strike="noStrike">
              <a:solidFill>
                <a:schemeClr val="dk1"/>
              </a:solidFill>
              <a:effectLst/>
              <a:uFillTx/>
              <a:latin typeface="Arial"/>
            </a:endParaRPr>
          </a:p>
        </p:txBody>
      </p:sp>
      <p:sp>
        <p:nvSpPr>
          <p:cNvPr id="17" name="Google Shape;64;p15"/>
          <p:cNvSpPr/>
          <p:nvPr/>
        </p:nvSpPr>
        <p:spPr>
          <a:xfrm>
            <a:off x="4708440" y="539640"/>
            <a:ext cx="3721680" cy="10594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 name="Google Shape;65;p15"/>
          <p:cNvSpPr/>
          <p:nvPr/>
        </p:nvSpPr>
        <p:spPr>
          <a:xfrm>
            <a:off x="4708440" y="1822320"/>
            <a:ext cx="3721680" cy="27813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Aft>
                <a:spcPts val="1001"/>
              </a:spcAft>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AND_TWO_COLUMNS_1_1">
    <p:bg>
      <p:bgPr>
        <a:solidFill>
          <a:schemeClr val="lt1"/>
        </a:solidFill>
        <a:effectLst/>
      </p:bgPr>
    </p:bg>
    <p:spTree>
      <p:nvGrpSpPr>
        <p:cNvPr id="1" name=""/>
        <p:cNvGrpSpPr/>
        <p:nvPr/>
      </p:nvGrpSpPr>
      <p:grpSpPr>
        <a:xfrm>
          <a:off x="0" y="0"/>
          <a:ext cx="0" cy="0"/>
          <a:chOff x="0" y="0"/>
          <a:chExt cx="0" cy="0"/>
        </a:xfrm>
      </p:grpSpPr>
      <p:pic>
        <p:nvPicPr>
          <p:cNvPr id="19" name="Google Shape;67;p16"/>
          <p:cNvPicPr/>
          <p:nvPr/>
        </p:nvPicPr>
        <p:blipFill>
          <a:blip r:embed="rId2"/>
          <a:srcRect t="3115" b="-4959"/>
          <a:stretch/>
        </p:blipFill>
        <p:spPr>
          <a:xfrm rot="10800000" flipH="1">
            <a:off x="0" y="443160"/>
            <a:ext cx="12059280" cy="12282120"/>
          </a:xfrm>
          <a:prstGeom prst="rect">
            <a:avLst/>
          </a:prstGeom>
          <a:noFill/>
          <a:ln w="0">
            <a:noFill/>
          </a:ln>
        </p:spPr>
      </p:pic>
      <p:sp>
        <p:nvSpPr>
          <p:cNvPr id="20" name="PlaceHolder 1"/>
          <p:cNvSpPr>
            <a:spLocks noGrp="1"/>
          </p:cNvSpPr>
          <p:nvPr>
            <p:ph type="body"/>
          </p:nvPr>
        </p:nvSpPr>
        <p:spPr>
          <a:xfrm>
            <a:off x="0" y="0"/>
            <a:ext cx="9143640" cy="291888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1" name="PlaceHolder 2"/>
          <p:cNvSpPr>
            <a:spLocks noGrp="1"/>
          </p:cNvSpPr>
          <p:nvPr>
            <p:ph type="title"/>
          </p:nvPr>
        </p:nvSpPr>
        <p:spPr>
          <a:xfrm>
            <a:off x="310320" y="3891960"/>
            <a:ext cx="8523360" cy="750600"/>
          </a:xfrm>
          <a:prstGeom prst="rect">
            <a:avLst/>
          </a:prstGeom>
          <a:noFill/>
          <a:ln w="0">
            <a:noFill/>
          </a:ln>
        </p:spPr>
        <p:txBody>
          <a:bodyPr lIns="91440" tIns="91440" rIns="91440" bIns="91440" anchor="t">
            <a:noAutofit/>
          </a:bodyPr>
          <a:lstStyle/>
          <a:p>
            <a:pPr indent="0">
              <a:buNone/>
            </a:pPr>
            <a:r>
              <a:rPr lang="fr-FR" sz="32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1">
    <p:bg>
      <p:bgPr>
        <a:solidFill>
          <a:schemeClr val="lt1"/>
        </a:solidFill>
        <a:effectLst/>
      </p:bgPr>
    </p:bg>
    <p:spTree>
      <p:nvGrpSpPr>
        <p:cNvPr id="1" name=""/>
        <p:cNvGrpSpPr/>
        <p:nvPr/>
      </p:nvGrpSpPr>
      <p:grpSpPr>
        <a:xfrm>
          <a:off x="0" y="0"/>
          <a:ext cx="0" cy="0"/>
          <a:chOff x="0" y="0"/>
          <a:chExt cx="0" cy="0"/>
        </a:xfrm>
      </p:grpSpPr>
      <p:pic>
        <p:nvPicPr>
          <p:cNvPr id="22" name="Google Shape;72;p17"/>
          <p:cNvPicPr/>
          <p:nvPr/>
        </p:nvPicPr>
        <p:blipFill>
          <a:blip r:embed="rId2"/>
          <a:srcRect t="3115" b="-4959"/>
          <a:stretch/>
        </p:blipFill>
        <p:spPr>
          <a:xfrm rot="10800000" flipH="1">
            <a:off x="4696920" y="-2590920"/>
            <a:ext cx="12059280" cy="12282120"/>
          </a:xfrm>
          <a:prstGeom prst="rect">
            <a:avLst/>
          </a:prstGeom>
          <a:noFill/>
          <a:ln w="0">
            <a:noFill/>
          </a:ln>
        </p:spPr>
      </p:pic>
      <p:sp>
        <p:nvSpPr>
          <p:cNvPr id="23" name="PlaceHolder 1"/>
          <p:cNvSpPr>
            <a:spLocks noGrp="1"/>
          </p:cNvSpPr>
          <p:nvPr>
            <p:ph type="body"/>
          </p:nvPr>
        </p:nvSpPr>
        <p:spPr>
          <a:xfrm>
            <a:off x="360" y="0"/>
            <a:ext cx="488592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4" name="PlaceHolder 2"/>
          <p:cNvSpPr>
            <a:spLocks noGrp="1"/>
          </p:cNvSpPr>
          <p:nvPr>
            <p:ph type="title"/>
          </p:nvPr>
        </p:nvSpPr>
        <p:spPr>
          <a:xfrm>
            <a:off x="5208120" y="2760120"/>
            <a:ext cx="3706920" cy="188208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25" name="PlaceHolder 1"/>
          <p:cNvSpPr>
            <a:spLocks noGrp="1"/>
          </p:cNvSpPr>
          <p:nvPr>
            <p:ph type="body"/>
          </p:nvPr>
        </p:nvSpPr>
        <p:spPr>
          <a:xfrm>
            <a:off x="36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6" name="PlaceHolder 2"/>
          <p:cNvSpPr>
            <a:spLocks noGrp="1"/>
          </p:cNvSpPr>
          <p:nvPr>
            <p:ph type="title"/>
          </p:nvPr>
        </p:nvSpPr>
        <p:spPr>
          <a:xfrm>
            <a:off x="4275720" y="2525400"/>
            <a:ext cx="4639680" cy="2172960"/>
          </a:xfrm>
          <a:prstGeom prst="rect">
            <a:avLst/>
          </a:prstGeom>
          <a:noFill/>
          <a:ln w="0">
            <a:noFill/>
          </a:ln>
        </p:spPr>
        <p:txBody>
          <a:bodyPr lIns="91440" tIns="91440" rIns="91440" bIns="91440" anchor="b">
            <a:noAutofit/>
          </a:bodyPr>
          <a:lstStyle/>
          <a:p>
            <a:pPr indent="0">
              <a:buNone/>
            </a:pPr>
            <a:r>
              <a:rPr lang="fr-FR" sz="50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3">
    <p:bg>
      <p:bgPr>
        <a:solidFill>
          <a:schemeClr val="lt1"/>
        </a:solidFill>
        <a:effectLst/>
      </p:bgPr>
    </p:bg>
    <p:spTree>
      <p:nvGrpSpPr>
        <p:cNvPr id="1" name=""/>
        <p:cNvGrpSpPr/>
        <p:nvPr/>
      </p:nvGrpSpPr>
      <p:grpSpPr>
        <a:xfrm>
          <a:off x="0" y="0"/>
          <a:ext cx="0" cy="0"/>
          <a:chOff x="0" y="0"/>
          <a:chExt cx="0" cy="0"/>
        </a:xfrm>
      </p:grpSpPr>
      <p:sp>
        <p:nvSpPr>
          <p:cNvPr id="27" name="PlaceHolder 1"/>
          <p:cNvSpPr>
            <a:spLocks noGrp="1"/>
          </p:cNvSpPr>
          <p:nvPr>
            <p:ph type="body"/>
          </p:nvPr>
        </p:nvSpPr>
        <p:spPr>
          <a:xfrm>
            <a:off x="-6840" y="-360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8" name="PlaceHolder 2"/>
          <p:cNvSpPr>
            <a:spLocks noGrp="1"/>
          </p:cNvSpPr>
          <p:nvPr>
            <p:ph type="title"/>
          </p:nvPr>
        </p:nvSpPr>
        <p:spPr>
          <a:xfrm>
            <a:off x="228600" y="3655080"/>
            <a:ext cx="4378320" cy="942120"/>
          </a:xfrm>
          <a:prstGeom prst="rect">
            <a:avLst/>
          </a:prstGeom>
          <a:noFill/>
          <a:ln w="0">
            <a:noFill/>
          </a:ln>
        </p:spPr>
        <p:txBody>
          <a:bodyPr lIns="91440" tIns="91440" rIns="91440" bIns="91440" anchor="b">
            <a:noAutofit/>
          </a:bodyPr>
          <a:lstStyle/>
          <a:p>
            <a:pPr indent="0">
              <a:buNone/>
            </a:pPr>
            <a:r>
              <a:rPr lang="fr-FR" sz="1800" b="0" u="none" strike="noStrike">
                <a:solidFill>
                  <a:schemeClr val="dk1"/>
                </a:solidFill>
                <a:effectLst/>
                <a:uFillTx/>
                <a:latin typeface="Arial"/>
              </a:rPr>
              <a:t>Click to edit the title text format</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2">
    <p:bg>
      <p:bgPr>
        <a:solidFill>
          <a:schemeClr val="lt1"/>
        </a:solidFill>
        <a:effectLst/>
      </p:bgPr>
    </p:bg>
    <p:spTree>
      <p:nvGrpSpPr>
        <p:cNvPr id="1" name=""/>
        <p:cNvGrpSpPr/>
        <p:nvPr/>
      </p:nvGrpSpPr>
      <p:grpSpPr>
        <a:xfrm>
          <a:off x="0" y="0"/>
          <a:ext cx="0" cy="0"/>
          <a:chOff x="0" y="0"/>
          <a:chExt cx="0" cy="0"/>
        </a:xfrm>
      </p:grpSpPr>
      <p:pic>
        <p:nvPicPr>
          <p:cNvPr id="29" name="Google Shape;83;p20"/>
          <p:cNvPicPr/>
          <p:nvPr/>
        </p:nvPicPr>
        <p:blipFill>
          <a:blip r:embed="rId2"/>
          <a:srcRect l="6383" r="6393"/>
          <a:stretch/>
        </p:blipFill>
        <p:spPr>
          <a:xfrm rot="10800000" flipH="1">
            <a:off x="4586400" y="-353880"/>
            <a:ext cx="8813520" cy="5851440"/>
          </a:xfrm>
          <a:prstGeom prst="rect">
            <a:avLst/>
          </a:prstGeom>
          <a:noFill/>
          <a:ln w="0">
            <a:noFill/>
          </a:ln>
        </p:spPr>
      </p:pic>
      <p:pic>
        <p:nvPicPr>
          <p:cNvPr id="30" name="Google Shape;84;p20"/>
          <p:cNvPicPr/>
          <p:nvPr/>
        </p:nvPicPr>
        <p:blipFill>
          <a:blip r:embed="rId3"/>
          <a:srcRect t="3115" b="-4959"/>
          <a:stretch/>
        </p:blipFill>
        <p:spPr>
          <a:xfrm rot="10800000" flipH="1">
            <a:off x="1513800" y="-6220080"/>
            <a:ext cx="12059280" cy="12282120"/>
          </a:xfrm>
          <a:prstGeom prst="rect">
            <a:avLst/>
          </a:prstGeom>
          <a:noFill/>
          <a:ln w="0">
            <a:noFill/>
          </a:ln>
        </p:spPr>
      </p:pic>
      <p:sp>
        <p:nvSpPr>
          <p:cNvPr id="31" name="PlaceHolder 1"/>
          <p:cNvSpPr>
            <a:spLocks noGrp="1"/>
          </p:cNvSpPr>
          <p:nvPr>
            <p:ph type="title"/>
          </p:nvPr>
        </p:nvSpPr>
        <p:spPr>
          <a:xfrm>
            <a:off x="713160" y="1639080"/>
            <a:ext cx="5357160" cy="1329120"/>
          </a:xfrm>
          <a:prstGeom prst="rect">
            <a:avLst/>
          </a:prstGeom>
          <a:noFill/>
          <a:ln w="0">
            <a:noFill/>
          </a:ln>
        </p:spPr>
        <p:txBody>
          <a:bodyPr lIns="91440" tIns="91440" rIns="91440" bIns="91440" anchor="b">
            <a:noAutofit/>
          </a:bodyPr>
          <a:lstStyle/>
          <a:p>
            <a:pPr indent="0">
              <a:buNone/>
            </a:pPr>
            <a:r>
              <a:rPr lang="fr-FR" sz="5000" b="0" u="none" strike="noStrike">
                <a:solidFill>
                  <a:schemeClr val="dk1"/>
                </a:solidFill>
                <a:effectLst/>
                <a:uFillTx/>
                <a:latin typeface="Arial"/>
              </a:rPr>
              <a:t>Click to edit the title text format</a:t>
            </a:r>
          </a:p>
        </p:txBody>
      </p:sp>
      <p:sp>
        <p:nvSpPr>
          <p:cNvPr id="32" name="Google Shape;87;p20"/>
          <p:cNvSpPr/>
          <p:nvPr/>
        </p:nvSpPr>
        <p:spPr>
          <a:xfrm>
            <a:off x="713160" y="4048560"/>
            <a:ext cx="5357160" cy="4370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000" b="1" u="none" strike="noStrike">
                <a:solidFill>
                  <a:schemeClr val="dk1"/>
                </a:solidFill>
                <a:effectLst/>
                <a:uFillTx/>
                <a:latin typeface="Bai Jamjuree"/>
                <a:ea typeface="Bai Jamjuree"/>
              </a:rPr>
              <a:t>CREDITS:</a:t>
            </a:r>
            <a:r>
              <a:rPr lang="en" sz="1000" b="0" u="none" strike="noStrike">
                <a:solidFill>
                  <a:schemeClr val="dk1"/>
                </a:solidFill>
                <a:effectLst/>
                <a:uFillTx/>
                <a:latin typeface="Bai Jamjuree"/>
                <a:ea typeface="Bai Jamjuree"/>
              </a:rPr>
              <a:t> This presentation template was created by </a:t>
            </a:r>
            <a:r>
              <a:rPr lang="en" sz="1000" b="1" u="sng" strike="noStrike">
                <a:solidFill>
                  <a:schemeClr val="dk1"/>
                </a:solidFill>
                <a:effectLst/>
                <a:uFillTx/>
                <a:latin typeface="Bai Jamjuree"/>
                <a:ea typeface="Bai Jamjuree"/>
                <a:hlinkClick r:id="rId4"/>
              </a:rPr>
              <a:t>Slidesgo</a:t>
            </a:r>
            <a:r>
              <a:rPr lang="en" sz="1000" b="0" u="none" strike="noStrike">
                <a:solidFill>
                  <a:schemeClr val="dk1"/>
                </a:solidFill>
                <a:effectLst/>
                <a:uFillTx/>
                <a:latin typeface="Bai Jamjuree"/>
                <a:ea typeface="Bai Jamjuree"/>
              </a:rPr>
              <a:t>, and includes icons, infographics &amp; images by </a:t>
            </a:r>
            <a:r>
              <a:rPr lang="en" sz="1000" b="1" u="sng" strike="noStrike">
                <a:solidFill>
                  <a:schemeClr val="dk1"/>
                </a:solidFill>
                <a:effectLst/>
                <a:uFillTx/>
                <a:latin typeface="Bai Jamjuree"/>
                <a:ea typeface="Bai Jamjuree"/>
                <a:hlinkClick r:id="rId5"/>
              </a:rPr>
              <a:t>Freepik</a:t>
            </a:r>
            <a:r>
              <a:rPr lang="en" sz="1000" b="0" u="none" strike="noStrike">
                <a:solidFill>
                  <a:schemeClr val="dk1"/>
                </a:solidFill>
                <a:effectLst/>
                <a:uFillTx/>
                <a:latin typeface="Bai Jamjuree"/>
                <a:ea typeface="Bai Jamjuree"/>
              </a:rPr>
              <a:t> </a:t>
            </a:r>
            <a:endParaRPr lang="en-US" sz="1000" b="0" u="none" strike="noStrike">
              <a:solidFill>
                <a:srgbClr val="FFFFFF"/>
              </a:solidFill>
              <a:effectLst/>
              <a:uFillTx/>
              <a:latin typeface="OpenSymbo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33"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4" name="PlaceHolder 2"/>
          <p:cNvSpPr>
            <a:spLocks noGrp="1"/>
          </p:cNvSpPr>
          <p:nvPr>
            <p:ph type="title"/>
          </p:nvPr>
        </p:nvSpPr>
        <p:spPr>
          <a:xfrm>
            <a:off x="228960" y="3153240"/>
            <a:ext cx="8365680" cy="103284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35" name="PlaceHolder 3"/>
          <p:cNvSpPr>
            <a:spLocks noGrp="1"/>
          </p:cNvSpPr>
          <p:nvPr>
            <p:ph type="title"/>
          </p:nvPr>
        </p:nvSpPr>
        <p:spPr>
          <a:xfrm>
            <a:off x="228960" y="2219760"/>
            <a:ext cx="1366920" cy="1032840"/>
          </a:xfrm>
          <a:prstGeom prst="rect">
            <a:avLst/>
          </a:prstGeom>
          <a:noFill/>
          <a:ln w="0">
            <a:noFill/>
          </a:ln>
        </p:spPr>
        <p:txBody>
          <a:bodyPr lIns="91440" tIns="91440" rIns="91440" bIns="91440" anchor="ctr">
            <a:noAutofit/>
          </a:bodyPr>
          <a:lstStyle/>
          <a:p>
            <a:pPr indent="0">
              <a:lnSpc>
                <a:spcPct val="100000"/>
              </a:lnSpc>
              <a:buNone/>
            </a:pPr>
            <a:r>
              <a:rPr lang="fr-FR" sz="6000" b="1" u="none" strike="noStrike">
                <a:solidFill>
                  <a:schemeClr val="dk1"/>
                </a:solidFill>
                <a:effectLst/>
                <a:uFillTx/>
                <a:latin typeface="Bai Jamjuree"/>
                <a:ea typeface="Bai Jamjuree"/>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pic>
        <p:nvPicPr>
          <p:cNvPr id="36" name="Google Shape;89;p21"/>
          <p:cNvPicPr/>
          <p:nvPr/>
        </p:nvPicPr>
        <p:blipFill>
          <a:blip r:embed="rId2"/>
          <a:srcRect l="6383" r="6393"/>
          <a:stretch/>
        </p:blipFill>
        <p:spPr>
          <a:xfrm rot="10800000" flipH="1">
            <a:off x="4023720" y="1527120"/>
            <a:ext cx="8813520" cy="5851440"/>
          </a:xfrm>
          <a:prstGeom prst="rect">
            <a:avLst/>
          </a:prstGeom>
          <a:noFill/>
          <a:ln w="0">
            <a:noFill/>
          </a:ln>
        </p:spPr>
      </p:pic>
      <p:pic>
        <p:nvPicPr>
          <p:cNvPr id="37" name="Google Shape;90;p21"/>
          <p:cNvPicPr/>
          <p:nvPr/>
        </p:nvPicPr>
        <p:blipFill>
          <a:blip r:embed="rId3"/>
          <a:srcRect t="3115" b="-4959"/>
          <a:stretch/>
        </p:blipFill>
        <p:spPr>
          <a:xfrm rot="10800000" flipH="1">
            <a:off x="4385520" y="-4385520"/>
            <a:ext cx="12059280" cy="12282120"/>
          </a:xfrm>
          <a:prstGeom prst="rect">
            <a:avLst/>
          </a:prstGeom>
          <a:noFill/>
          <a:ln w="0">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pic>
        <p:nvPicPr>
          <p:cNvPr id="38" name="Google Shape;92;p22"/>
          <p:cNvPicPr/>
          <p:nvPr/>
        </p:nvPicPr>
        <p:blipFill>
          <a:blip r:embed="rId2"/>
          <a:srcRect l="6383" r="6393"/>
          <a:stretch/>
        </p:blipFill>
        <p:spPr>
          <a:xfrm rot="10800000" flipH="1">
            <a:off x="4586400" y="-353880"/>
            <a:ext cx="8813520" cy="5851440"/>
          </a:xfrm>
          <a:prstGeom prst="rect">
            <a:avLst/>
          </a:prstGeom>
          <a:noFill/>
          <a:ln w="0">
            <a:noFill/>
          </a:ln>
        </p:spPr>
      </p:pic>
      <p:pic>
        <p:nvPicPr>
          <p:cNvPr id="39" name="Google Shape;93;p22"/>
          <p:cNvPicPr/>
          <p:nvPr/>
        </p:nvPicPr>
        <p:blipFill>
          <a:blip r:embed="rId3"/>
          <a:srcRect t="3115" b="-4959"/>
          <a:stretch/>
        </p:blipFill>
        <p:spPr>
          <a:xfrm rot="10800000" flipH="1">
            <a:off x="1513800" y="-6220080"/>
            <a:ext cx="12059280" cy="12282120"/>
          </a:xfrm>
          <a:prstGeom prst="rect">
            <a:avLst/>
          </a:prstGeom>
          <a:noFill/>
          <a:ln w="0">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40" name="PlaceHolder 1"/>
          <p:cNvSpPr>
            <a:spLocks noGrp="1"/>
          </p:cNvSpPr>
          <p:nvPr>
            <p:ph type="body"/>
          </p:nvPr>
        </p:nvSpPr>
        <p:spPr>
          <a:xfrm>
            <a:off x="228600" y="521280"/>
            <a:ext cx="8686440" cy="29966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sp>
        <p:nvSpPr>
          <p:cNvPr id="41" name="PlaceHolder 2"/>
          <p:cNvSpPr>
            <a:spLocks noGrp="1"/>
          </p:cNvSpPr>
          <p:nvPr>
            <p:ph type="title"/>
          </p:nvPr>
        </p:nvSpPr>
        <p:spPr>
          <a:xfrm>
            <a:off x="228600" y="3809880"/>
            <a:ext cx="8686440" cy="83232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pic>
        <p:nvPicPr>
          <p:cNvPr id="42" name="Google Shape;20;p4"/>
          <p:cNvPicPr/>
          <p:nvPr/>
        </p:nvPicPr>
        <p:blipFill>
          <a:blip r:embed="rId2"/>
          <a:srcRect l="6383" r="6393"/>
          <a:stretch/>
        </p:blipFill>
        <p:spPr>
          <a:xfrm rot="10800000" flipH="1">
            <a:off x="4023720" y="1527120"/>
            <a:ext cx="8813520" cy="5851440"/>
          </a:xfrm>
          <a:prstGeom prst="rect">
            <a:avLst/>
          </a:prstGeom>
          <a:noFill/>
          <a:ln w="0">
            <a:noFill/>
          </a:ln>
        </p:spPr>
      </p:pic>
      <p:pic>
        <p:nvPicPr>
          <p:cNvPr id="43" name="Google Shape;21;p4"/>
          <p:cNvPicPr/>
          <p:nvPr/>
        </p:nvPicPr>
        <p:blipFill>
          <a:blip r:embed="rId3"/>
          <a:srcRect t="3115" b="-4959"/>
          <a:stretch/>
        </p:blipFill>
        <p:spPr>
          <a:xfrm rot="10800000" flipH="1">
            <a:off x="4385520" y="-4385520"/>
            <a:ext cx="12059280" cy="12282120"/>
          </a:xfrm>
          <a:prstGeom prst="rect">
            <a:avLst/>
          </a:prstGeom>
          <a:noFill/>
          <a:ln w="0">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228600" y="3983400"/>
            <a:ext cx="7703640" cy="65916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228600" y="3983400"/>
            <a:ext cx="7703640" cy="65916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pic>
        <p:nvPicPr>
          <p:cNvPr id="46" name="Google Shape;29;p7"/>
          <p:cNvPicPr/>
          <p:nvPr/>
        </p:nvPicPr>
        <p:blipFill>
          <a:blip r:embed="rId2"/>
          <a:srcRect t="3115" b="-4959"/>
          <a:stretch/>
        </p:blipFill>
        <p:spPr>
          <a:xfrm rot="10800000" flipH="1">
            <a:off x="-4774680" y="-7824240"/>
            <a:ext cx="12059280" cy="12282120"/>
          </a:xfrm>
          <a:prstGeom prst="rect">
            <a:avLst/>
          </a:prstGeom>
          <a:noFill/>
          <a:ln w="0">
            <a:noFill/>
          </a:ln>
        </p:spPr>
      </p:pic>
      <p:sp>
        <p:nvSpPr>
          <p:cNvPr id="47" name="PlaceHolder 1"/>
          <p:cNvSpPr>
            <a:spLocks noGrp="1"/>
          </p:cNvSpPr>
          <p:nvPr>
            <p:ph type="body"/>
          </p:nvPr>
        </p:nvSpPr>
        <p:spPr>
          <a:xfrm>
            <a:off x="5900400" y="0"/>
            <a:ext cx="3243240" cy="5143320"/>
          </a:xfrm>
          <a:prstGeom prst="rect">
            <a:avLst/>
          </a:prstGeom>
          <a:noFill/>
          <a:ln w="0">
            <a:noFill/>
          </a:ln>
        </p:spPr>
        <p:txBody>
          <a:bodyPr lIns="90000" tIns="45000" rIns="90000" bIns="45000" anchor="t">
            <a:normAutofit fontScale="775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48" name="PlaceHolder 2"/>
          <p:cNvSpPr>
            <a:spLocks noGrp="1"/>
          </p:cNvSpPr>
          <p:nvPr>
            <p:ph type="title"/>
          </p:nvPr>
        </p:nvSpPr>
        <p:spPr>
          <a:xfrm>
            <a:off x="228600" y="3809880"/>
            <a:ext cx="5222520" cy="832320"/>
          </a:xfrm>
          <a:prstGeom prst="rect">
            <a:avLst/>
          </a:prstGeom>
          <a:noFill/>
          <a:ln w="0">
            <a:noFill/>
          </a:ln>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1261440" y="1756800"/>
            <a:ext cx="3672360" cy="1629360"/>
          </a:xfrm>
          <a:prstGeom prst="rect">
            <a:avLst/>
          </a:prstGeom>
          <a:noFill/>
          <a:ln w="0">
            <a:noFill/>
          </a:ln>
        </p:spPr>
        <p:txBody>
          <a:bodyPr lIns="91440" tIns="91440" rIns="91440" bIns="91440" anchor="ctr">
            <a:noAutofit/>
          </a:bodyPr>
          <a:lstStyle/>
          <a:p>
            <a:pPr indent="0">
              <a:buNone/>
            </a:pPr>
            <a:r>
              <a:rPr lang="fr-FR" sz="5000" b="0" u="none" strike="noStrike">
                <a:solidFill>
                  <a:schemeClr val="dk1"/>
                </a:solidFill>
                <a:effectLst/>
                <a:uFillTx/>
                <a:latin typeface="Arial"/>
              </a:rPr>
              <a:t>Click to edit the title text format</a:t>
            </a:r>
          </a:p>
        </p:txBody>
      </p:sp>
      <p:pic>
        <p:nvPicPr>
          <p:cNvPr id="50" name="Google Shape;35;p8"/>
          <p:cNvPicPr/>
          <p:nvPr/>
        </p:nvPicPr>
        <p:blipFill>
          <a:blip r:embed="rId2"/>
          <a:srcRect t="3115" b="-4959"/>
          <a:stretch/>
        </p:blipFill>
        <p:spPr>
          <a:xfrm flipH="1">
            <a:off x="3021120" y="-1942200"/>
            <a:ext cx="12059280" cy="12282120"/>
          </a:xfrm>
          <a:prstGeom prst="rect">
            <a:avLst/>
          </a:prstGeom>
          <a:noFill/>
          <a:ln w="0">
            <a:noFill/>
          </a:ln>
        </p:spPr>
      </p:pic>
      <p:pic>
        <p:nvPicPr>
          <p:cNvPr id="51" name="Google Shape;36;p8"/>
          <p:cNvPicPr/>
          <p:nvPr/>
        </p:nvPicPr>
        <p:blipFill>
          <a:blip r:embed="rId3"/>
          <a:srcRect l="6383" r="6393"/>
          <a:stretch/>
        </p:blipFill>
        <p:spPr>
          <a:xfrm flipH="1">
            <a:off x="4167720" y="2436120"/>
            <a:ext cx="8813520" cy="5851440"/>
          </a:xfrm>
          <a:prstGeom prst="rect">
            <a:avLst/>
          </a:prstGeom>
          <a:noFill/>
          <a:ln w="0">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pic>
        <p:nvPicPr>
          <p:cNvPr id="52" name="Google Shape;38;p9"/>
          <p:cNvPicPr/>
          <p:nvPr/>
        </p:nvPicPr>
        <p:blipFill>
          <a:blip r:embed="rId2"/>
          <a:srcRect t="3115" b="-4959"/>
          <a:stretch/>
        </p:blipFill>
        <p:spPr>
          <a:xfrm rot="10800000" flipH="1">
            <a:off x="4020840" y="-2622240"/>
            <a:ext cx="12059280" cy="12282120"/>
          </a:xfrm>
          <a:prstGeom prst="rect">
            <a:avLst/>
          </a:prstGeom>
          <a:noFill/>
          <a:ln w="0">
            <a:noFill/>
          </a:ln>
        </p:spPr>
      </p:pic>
      <p:sp>
        <p:nvSpPr>
          <p:cNvPr id="53" name="PlaceHolder 1"/>
          <p:cNvSpPr>
            <a:spLocks noGrp="1"/>
          </p:cNvSpPr>
          <p:nvPr>
            <p:ph type="title"/>
          </p:nvPr>
        </p:nvSpPr>
        <p:spPr>
          <a:xfrm>
            <a:off x="1367640" y="677880"/>
            <a:ext cx="6408720" cy="1816920"/>
          </a:xfrm>
          <a:prstGeom prst="rect">
            <a:avLst/>
          </a:prstGeom>
          <a:noFill/>
          <a:ln w="0">
            <a:noFill/>
          </a:ln>
        </p:spPr>
        <p:txBody>
          <a:bodyPr lIns="91440" tIns="91440" rIns="91440" bIns="91440" anchor="ctr">
            <a:noAutofit/>
          </a:bodyPr>
          <a:lstStyle/>
          <a:p>
            <a:pPr indent="0">
              <a:buNone/>
            </a:pPr>
            <a:r>
              <a:rPr lang="fr-FR" sz="50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54"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55" name="PlaceHolder 2"/>
          <p:cNvSpPr>
            <a:spLocks noGrp="1"/>
          </p:cNvSpPr>
          <p:nvPr>
            <p:ph type="title"/>
          </p:nvPr>
        </p:nvSpPr>
        <p:spPr>
          <a:xfrm>
            <a:off x="4969080" y="3721320"/>
            <a:ext cx="3946320" cy="884160"/>
          </a:xfrm>
          <a:prstGeom prst="rect">
            <a:avLst/>
          </a:prstGeom>
          <a:noFill/>
          <a:ln w="0">
            <a:noFill/>
          </a:ln>
        </p:spPr>
        <p:txBody>
          <a:bodyPr lIns="91440" tIns="91440" rIns="91440" bIns="91440" anchor="b">
            <a:noAutofit/>
          </a:bodyPr>
          <a:lstStyle/>
          <a:p>
            <a:pPr indent="0">
              <a:buNone/>
            </a:pPr>
            <a:r>
              <a:rPr lang="fr-FR" sz="18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56" name="Google Shape;99;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7"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58" name="Google Shape;102;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59"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60"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Google Shape;109;p27"/>
          <p:cNvPicPr/>
          <p:nvPr/>
        </p:nvPicPr>
        <p:blipFill>
          <a:blip r:embed="rId2"/>
          <a:stretch/>
        </p:blipFill>
        <p:spPr>
          <a:xfrm>
            <a:off x="0" y="0"/>
            <a:ext cx="9189360" cy="5142960"/>
          </a:xfrm>
          <a:prstGeom prst="rect">
            <a:avLst/>
          </a:prstGeom>
          <a:noFill/>
          <a:ln w="0">
            <a:noFill/>
          </a:ln>
        </p:spPr>
      </p:pic>
      <p:sp>
        <p:nvSpPr>
          <p:cNvPr id="62" name="PlaceHolder 1"/>
          <p:cNvSpPr>
            <a:spLocks noGrp="1"/>
          </p:cNvSpPr>
          <p:nvPr>
            <p:ph type="title"/>
          </p:nvPr>
        </p:nvSpPr>
        <p:spPr>
          <a:xfrm>
            <a:off x="228600" y="3457440"/>
            <a:ext cx="8686440" cy="1238040"/>
          </a:xfrm>
          <a:prstGeom prst="rect">
            <a:avLst/>
          </a:prstGeom>
          <a:noFill/>
          <a:ln w="0">
            <a:noFill/>
          </a:ln>
          <a:effectLst>
            <a:outerShdw blurRad="57240" dist="19080" dir="5400000" rotWithShape="0">
              <a:srgbClr val="000000">
                <a:alpha val="50000"/>
              </a:srgbClr>
            </a:outerShdw>
          </a:effectLst>
        </p:spPr>
        <p:txBody>
          <a:bodyPr lIns="91440" tIns="91440" rIns="91440" bIns="91440" anchor="b">
            <a:normAutofit/>
          </a:bodyPr>
          <a:lstStyle/>
          <a:p>
            <a:pPr indent="0">
              <a:lnSpc>
                <a:spcPct val="100000"/>
              </a:lnSpc>
              <a:buNone/>
              <a:tabLst>
                <a:tab pos="0" algn="l"/>
              </a:tabLst>
            </a:pPr>
            <a:r>
              <a:rPr lang="en-US" sz="5000" b="1" u="none" strike="noStrike" dirty="0">
                <a:solidFill>
                  <a:schemeClr val="dk1"/>
                </a:solidFill>
                <a:effectLst/>
                <a:uFillTx/>
                <a:latin typeface="Bai Jamjuree"/>
                <a:ea typeface="Bai Jamjuree"/>
              </a:rPr>
              <a:t>Smart </a:t>
            </a:r>
            <a:r>
              <a:rPr lang="en-US" sz="5000" b="1" u="none" strike="noStrike" dirty="0" smtClean="0">
                <a:solidFill>
                  <a:schemeClr val="dk1"/>
                </a:solidFill>
                <a:effectLst/>
                <a:uFillTx/>
                <a:latin typeface="Bai Jamjuree"/>
                <a:ea typeface="Bai Jamjuree"/>
              </a:rPr>
              <a:t>Home               </a:t>
            </a:r>
            <a:r>
              <a:rPr lang="en-US" sz="1100" b="1" u="none" strike="noStrike" dirty="0" err="1" smtClean="0">
                <a:solidFill>
                  <a:schemeClr val="dk1"/>
                </a:solidFill>
                <a:effectLst/>
                <a:uFillTx/>
                <a:latin typeface="Bai Jamjuree"/>
                <a:ea typeface="Bai Jamjuree"/>
              </a:rPr>
              <a:t>S.V.Suhaas</a:t>
            </a:r>
            <a:r>
              <a:rPr lang="en-US" sz="1100" b="1" u="none" strike="noStrike" dirty="0" smtClean="0">
                <a:solidFill>
                  <a:schemeClr val="dk1"/>
                </a:solidFill>
                <a:effectLst/>
                <a:uFillTx/>
                <a:latin typeface="Bai Jamjuree"/>
                <a:ea typeface="Bai Jamjuree"/>
              </a:rPr>
              <a:t/>
            </a:r>
            <a:br>
              <a:rPr lang="en-US" sz="1100" b="1" u="none" strike="noStrike" dirty="0" smtClean="0">
                <a:solidFill>
                  <a:schemeClr val="dk1"/>
                </a:solidFill>
                <a:effectLst/>
                <a:uFillTx/>
                <a:latin typeface="Bai Jamjuree"/>
                <a:ea typeface="Bai Jamjuree"/>
              </a:rPr>
            </a:br>
            <a:r>
              <a:rPr lang="en-US" sz="1100" b="1" dirty="0">
                <a:solidFill>
                  <a:schemeClr val="dk1"/>
                </a:solidFill>
                <a:latin typeface="Bai Jamjuree"/>
                <a:ea typeface="Bai Jamjuree"/>
              </a:rPr>
              <a:t> </a:t>
            </a:r>
            <a:r>
              <a:rPr lang="en-US" sz="1100" b="1" dirty="0" smtClean="0">
                <a:solidFill>
                  <a:schemeClr val="dk1"/>
                </a:solidFill>
                <a:latin typeface="Bai Jamjuree"/>
                <a:ea typeface="Bai Jamjuree"/>
              </a:rPr>
              <a:t>                                                                                                                                                                      </a:t>
            </a:r>
            <a:r>
              <a:rPr lang="en-US" sz="1100" b="1" u="none" strike="noStrike" dirty="0" smtClean="0">
                <a:solidFill>
                  <a:schemeClr val="dk1"/>
                </a:solidFill>
                <a:effectLst/>
                <a:uFillTx/>
                <a:latin typeface="Bai Jamjuree"/>
                <a:ea typeface="Bai Jamjuree"/>
              </a:rPr>
              <a:t> </a:t>
            </a:r>
            <a:r>
              <a:rPr lang="en-US" sz="1100" b="1" u="none" strike="noStrike" dirty="0" err="1" smtClean="0">
                <a:solidFill>
                  <a:schemeClr val="dk1"/>
                </a:solidFill>
                <a:effectLst/>
                <a:uFillTx/>
                <a:latin typeface="Bai Jamjuree"/>
                <a:ea typeface="Bai Jamjuree"/>
              </a:rPr>
              <a:t>P.Vishnu</a:t>
            </a:r>
            <a:r>
              <a:rPr lang="en-US" sz="1100" b="1" u="none" strike="noStrike" dirty="0" smtClean="0">
                <a:solidFill>
                  <a:schemeClr val="dk1"/>
                </a:solidFill>
                <a:effectLst/>
                <a:uFillTx/>
                <a:latin typeface="Bai Jamjuree"/>
                <a:ea typeface="Bai Jamjuree"/>
              </a:rPr>
              <a:t> </a:t>
            </a:r>
            <a:endParaRPr lang="fr-FR" sz="1100" b="0" u="none" strike="noStrike" dirty="0">
              <a:solidFill>
                <a:schemeClr val="dk1"/>
              </a:solidFill>
              <a:effectLst/>
              <a:uFillTx/>
              <a:latin typeface="Arial"/>
            </a:endParaRPr>
          </a:p>
        </p:txBody>
      </p:sp>
      <p:sp>
        <p:nvSpPr>
          <p:cNvPr id="63" name="PlaceHolder 2"/>
          <p:cNvSpPr>
            <a:spLocks noGrp="1"/>
          </p:cNvSpPr>
          <p:nvPr>
            <p:ph type="subTitle"/>
          </p:nvPr>
        </p:nvSpPr>
        <p:spPr>
          <a:xfrm>
            <a:off x="6181560" y="447840"/>
            <a:ext cx="2733480" cy="380520"/>
          </a:xfrm>
          <a:prstGeom prst="rect">
            <a:avLst/>
          </a:prstGeom>
          <a:noFill/>
          <a:ln w="0">
            <a:noFill/>
          </a:ln>
          <a:effectLst>
            <a:outerShdw blurRad="57240" dist="19080" dir="5400000" rotWithShape="0">
              <a:srgbClr val="000000">
                <a:alpha val="50000"/>
              </a:srgbClr>
            </a:outerShdw>
          </a:effectLst>
        </p:spPr>
        <p:txBody>
          <a:bodyPr lIns="91440" tIns="91440" rIns="91440" bIns="91440" anchor="t">
            <a:normAutofit/>
          </a:bodyPr>
          <a:lstStyle/>
          <a:p>
            <a:pPr indent="0" algn="r">
              <a:lnSpc>
                <a:spcPct val="100000"/>
              </a:lnSpc>
              <a:buNone/>
              <a:tabLst>
                <a:tab pos="0" algn="l"/>
              </a:tabLst>
            </a:pPr>
            <a:r>
              <a:rPr lang="en-US" sz="1200" b="0" u="none" strike="noStrike">
                <a:solidFill>
                  <a:schemeClr val="dk1"/>
                </a:solidFill>
                <a:effectLst/>
                <a:uFillTx/>
                <a:latin typeface="Catamaran"/>
                <a:ea typeface="Catamaran"/>
              </a:rPr>
              <a:t>Device Control Tree (CRUD in C)</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314280" y="3895560"/>
            <a:ext cx="8524440" cy="7520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200" b="1" u="none" strike="noStrike">
                <a:solidFill>
                  <a:schemeClr val="dk1"/>
                </a:solidFill>
                <a:effectLst/>
                <a:uFillTx/>
                <a:latin typeface="Bai Jamjuree"/>
                <a:ea typeface="Bai Jamjuree"/>
              </a:rPr>
              <a:t>Introduction</a:t>
            </a:r>
            <a:endParaRPr lang="fr-FR" sz="3200" b="0" u="none" strike="noStrike">
              <a:solidFill>
                <a:schemeClr val="dk1"/>
              </a:solidFill>
              <a:effectLst/>
              <a:uFillTx/>
              <a:latin typeface="Arial"/>
            </a:endParaRPr>
          </a:p>
        </p:txBody>
      </p:sp>
      <p:sp>
        <p:nvSpPr>
          <p:cNvPr id="65" name="PlaceHolder 2"/>
          <p:cNvSpPr>
            <a:spLocks noGrp="1"/>
          </p:cNvSpPr>
          <p:nvPr>
            <p:ph type="subTitle"/>
          </p:nvPr>
        </p:nvSpPr>
        <p:spPr>
          <a:xfrm>
            <a:off x="314280" y="2990880"/>
            <a:ext cx="8524440" cy="894960"/>
          </a:xfrm>
          <a:prstGeom prst="rect">
            <a:avLst/>
          </a:prstGeom>
          <a:noFill/>
          <a:ln w="0">
            <a:noFill/>
          </a:ln>
        </p:spPr>
        <p:txBody>
          <a:bodyPr lIns="91440" tIns="91440" rIns="91440" bIns="91440" anchor="b">
            <a:normAutofit fontScale="70000" lnSpcReduction="20000"/>
          </a:bodyPr>
          <a:lstStyle/>
          <a:p>
            <a:pPr indent="0">
              <a:lnSpc>
                <a:spcPct val="150000"/>
              </a:lnSpc>
              <a:buNone/>
              <a:tabLst>
                <a:tab pos="0" algn="l"/>
              </a:tabLst>
            </a:pPr>
            <a:r>
              <a:rPr lang="en-US" sz="1200" b="0" u="none" strike="noStrike" dirty="0">
                <a:solidFill>
                  <a:schemeClr val="dk1"/>
                </a:solidFill>
                <a:effectLst/>
                <a:uFillTx/>
                <a:latin typeface="Catamaran"/>
                <a:ea typeface="Catamaran"/>
              </a:rPr>
              <a:t>Smart home automation using a device control tree enables centralized, efficient device management with a menu-driven C implementation. </a:t>
            </a:r>
            <a:endParaRPr lang="en-US" sz="1200" b="0" u="none" strike="noStrike" dirty="0">
              <a:solidFill>
                <a:srgbClr val="FFFFFF"/>
              </a:solidFill>
              <a:effectLst/>
              <a:uFillTx/>
              <a:latin typeface="OpenSymbol"/>
            </a:endParaRPr>
          </a:p>
          <a:p>
            <a:pPr indent="0">
              <a:lnSpc>
                <a:spcPct val="150000"/>
              </a:lnSpc>
              <a:buNone/>
              <a:tabLst>
                <a:tab pos="0" algn="l"/>
              </a:tabLst>
            </a:pPr>
            <a:endParaRPr lang="en-US" sz="1200" b="0" u="none" strike="noStrike" dirty="0">
              <a:solidFill>
                <a:srgbClr val="FFFFFF"/>
              </a:solidFill>
              <a:effectLst/>
              <a:uFillTx/>
              <a:latin typeface="OpenSymbol"/>
            </a:endParaRPr>
          </a:p>
          <a:p>
            <a:pPr indent="0">
              <a:lnSpc>
                <a:spcPct val="150000"/>
              </a:lnSpc>
              <a:buNone/>
              <a:tabLst>
                <a:tab pos="0" algn="l"/>
              </a:tabLst>
            </a:pPr>
            <a:r>
              <a:rPr lang="en-US" sz="1200" b="0" u="none" strike="noStrike" dirty="0">
                <a:solidFill>
                  <a:schemeClr val="dk1"/>
                </a:solidFill>
                <a:effectLst/>
                <a:uFillTx/>
                <a:latin typeface="Catamaran"/>
                <a:ea typeface="Catamaran"/>
              </a:rPr>
              <a:t>System models each device as a node in a </a:t>
            </a:r>
            <a:r>
              <a:rPr lang="en-US" sz="1200" b="0" i="1" u="none" strike="noStrike" dirty="0">
                <a:solidFill>
                  <a:schemeClr val="dk1"/>
                </a:solidFill>
                <a:effectLst/>
                <a:uFillTx/>
                <a:latin typeface="Catamaran"/>
                <a:ea typeface="Catamaran"/>
              </a:rPr>
              <a:t>Binary Search Tree</a:t>
            </a:r>
            <a:r>
              <a:rPr lang="en-US" sz="1200" b="0" u="none" strike="noStrike" dirty="0">
                <a:solidFill>
                  <a:schemeClr val="dk1"/>
                </a:solidFill>
                <a:effectLst/>
                <a:uFillTx/>
                <a:latin typeface="Catamaran"/>
                <a:ea typeface="Catamaran"/>
              </a:rPr>
              <a:t> to support fast operations and enable rule-based automation for improved comfort and energy savings.</a:t>
            </a:r>
            <a:endParaRPr lang="en-US" sz="1200" b="0" u="none" strike="noStrike" dirty="0">
              <a:solidFill>
                <a:srgbClr val="FFFFFF"/>
              </a:solidFill>
              <a:effectLst/>
              <a:uFillTx/>
              <a:latin typeface="OpenSymbol"/>
            </a:endParaRPr>
          </a:p>
        </p:txBody>
      </p:sp>
      <p:pic>
        <p:nvPicPr>
          <p:cNvPr id="66" name="Google Shape;166;p35"/>
          <p:cNvPicPr/>
          <p:nvPr/>
        </p:nvPicPr>
        <p:blipFill>
          <a:blip r:embed="rId2"/>
          <a:stretch/>
        </p:blipFill>
        <p:spPr>
          <a:xfrm>
            <a:off x="0" y="0"/>
            <a:ext cx="9143640" cy="291888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66"/>
          <p:cNvSpPr/>
          <p:nvPr/>
        </p:nvSpPr>
        <p:spPr>
          <a:xfrm>
            <a:off x="5048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2"/>
                </a:solidFill>
                <a:effectLst/>
                <a:uFillTx/>
                <a:latin typeface="Calibri"/>
              </a:rPr>
              <a:t>01</a:t>
            </a:r>
            <a:endParaRPr lang="en-US" sz="5000" b="0" u="none" strike="noStrike">
              <a:solidFill>
                <a:srgbClr val="FFFFFF"/>
              </a:solidFill>
              <a:effectLst/>
              <a:uFillTx/>
              <a:latin typeface="OpenSymbol"/>
            </a:endParaRPr>
          </a:p>
        </p:txBody>
      </p:sp>
      <p:sp>
        <p:nvSpPr>
          <p:cNvPr id="68" name="Rectangle 67"/>
          <p:cNvSpPr/>
          <p:nvPr/>
        </p:nvSpPr>
        <p:spPr>
          <a:xfrm>
            <a:off x="5048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defTabSz="914400">
              <a:lnSpc>
                <a:spcPct val="100000"/>
              </a:lnSpc>
              <a:tabLst>
                <a:tab pos="0" algn="l"/>
              </a:tabLst>
            </a:pPr>
            <a:r>
              <a:rPr lang="en-US" sz="4000" b="1" u="none" strike="noStrike">
                <a:solidFill>
                  <a:schemeClr val="dk1"/>
                </a:solidFill>
                <a:effectLst/>
                <a:uFillTx/>
                <a:latin typeface="Bai Jamjuree"/>
              </a:rPr>
              <a:t>System Overview</a:t>
            </a:r>
            <a:endParaRPr lang="en-US" sz="4000" b="0" u="none" strike="noStrike">
              <a:solidFill>
                <a:srgbClr val="FFFFFF"/>
              </a:solidFill>
              <a:effectLst/>
              <a:uFillTx/>
              <a:latin typeface="OpenSymbol"/>
            </a:endParaRPr>
          </a:p>
        </p:txBody>
      </p:sp>
      <p:pic>
        <p:nvPicPr>
          <p:cNvPr id="69" name="image69db283fe7540" descr="image69db283fe7546"/>
          <p:cNvPicPr/>
          <p:nvPr/>
        </p:nvPicPr>
        <p:blipFill>
          <a:blip r:embed="rId2"/>
          <a:stretch/>
        </p:blipFill>
        <p:spPr>
          <a:xfrm>
            <a:off x="0" y="0"/>
            <a:ext cx="4571640" cy="514332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Rectangle 69"/>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defTabSz="914400">
              <a:lnSpc>
                <a:spcPct val="100000"/>
              </a:lnSpc>
              <a:tabLst>
                <a:tab pos="0" algn="l"/>
              </a:tabLst>
            </a:pPr>
            <a:r>
              <a:rPr lang="en-US" sz="3200" b="1" u="none" strike="noStrike">
                <a:solidFill>
                  <a:schemeClr val="dk1"/>
                </a:solidFill>
                <a:effectLst/>
                <a:uFillTx/>
                <a:latin typeface="Bai Jamjuree"/>
              </a:rPr>
              <a:t>Problem Statement</a:t>
            </a:r>
            <a:endParaRPr lang="en-US" sz="3200" b="0" u="none" strike="noStrike">
              <a:solidFill>
                <a:srgbClr val="FFFFFF"/>
              </a:solidFill>
              <a:effectLst/>
              <a:uFillTx/>
              <a:latin typeface="OpenSymbol"/>
            </a:endParaRPr>
          </a:p>
        </p:txBody>
      </p:sp>
      <p:sp>
        <p:nvSpPr>
          <p:cNvPr id="71" name="Rectangle 70"/>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Catamaran"/>
              </a:rPr>
              <a:t>Manual device control leads to inconsistent schedules, increased energy consumption, and high user effort. </a:t>
            </a:r>
            <a:endParaRPr lang="en-US" sz="1200" b="0" u="none" strike="noStrike">
              <a:solidFill>
                <a:srgbClr val="FFFFFF"/>
              </a:solidFill>
              <a:effectLst/>
              <a:uFillTx/>
              <a:latin typeface="OpenSymbol"/>
            </a:endParaRPr>
          </a:p>
          <a:p>
            <a:pPr defTabSz="914400">
              <a:lnSpc>
                <a:spcPct val="150000"/>
              </a:lnSpc>
              <a:tabLst>
                <a:tab pos="0" algn="l"/>
              </a:tabLst>
            </a:pPr>
            <a:endParaRPr lang="en-US" sz="1800" b="0" u="none" strike="noStrike">
              <a:solidFill>
                <a:srgbClr val="FFFFFF"/>
              </a:solidFill>
              <a:effectLst/>
              <a:uFillTx/>
              <a:latin typeface="OpenSymbol"/>
            </a:endParaRPr>
          </a:p>
          <a:p>
            <a:pPr defTabSz="914400">
              <a:lnSpc>
                <a:spcPct val="150000"/>
              </a:lnSpc>
              <a:tabLst>
                <a:tab pos="0" algn="l"/>
              </a:tabLst>
            </a:pPr>
            <a:r>
              <a:rPr lang="en-US" sz="1200" b="0" u="none" strike="noStrike">
                <a:solidFill>
                  <a:schemeClr val="dk1"/>
                </a:solidFill>
                <a:effectLst/>
                <a:uFillTx/>
                <a:latin typeface="Catamaran"/>
              </a:rPr>
              <a:t>No centralized management causes poor visibility and inefficient resource allocation, preventing scalable automation and optimization.</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PlaceHolder 1"/>
          <p:cNvSpPr>
            <a:spLocks noGrp="1"/>
          </p:cNvSpPr>
          <p:nvPr>
            <p:ph type="subTitle"/>
          </p:nvPr>
        </p:nvSpPr>
        <p:spPr>
          <a:xfrm>
            <a:off x="2695680" y="2629080"/>
            <a:ext cx="5667120" cy="1895040"/>
          </a:xfrm>
          <a:prstGeom prst="rect">
            <a:avLst/>
          </a:prstGeom>
          <a:noFill/>
          <a:ln w="0">
            <a:noFill/>
          </a:ln>
        </p:spPr>
        <p:txBody>
          <a:bodyPr lIns="91440" tIns="91440" rIns="91440" bIns="91440" anchor="t">
            <a:normAutofit lnSpcReduction="9999"/>
          </a:bodyPr>
          <a:lstStyle/>
          <a:p>
            <a:pPr algn="r">
              <a:lnSpc>
                <a:spcPct val="150000"/>
              </a:lnSpc>
              <a:tabLst>
                <a:tab pos="0" algn="l"/>
              </a:tabLst>
            </a:pPr>
            <a:r>
              <a:rPr lang="en-US" sz="1600" b="0" u="none" strike="noStrike">
                <a:solidFill>
                  <a:schemeClr val="dk1"/>
                </a:solidFill>
                <a:effectLst/>
                <a:uFillTx/>
                <a:latin typeface="Catamaran"/>
                <a:ea typeface="Catamaran"/>
              </a:rPr>
              <a:t>Implement an efficient device management system using a </a:t>
            </a:r>
            <a:r>
              <a:rPr lang="en-US" sz="1600" b="0" i="1" u="none" strike="noStrike">
                <a:solidFill>
                  <a:schemeClr val="dk1"/>
                </a:solidFill>
                <a:effectLst/>
                <a:uFillTx/>
                <a:latin typeface="Catamaran"/>
                <a:ea typeface="Catamaran"/>
              </a:rPr>
              <a:t>BST</a:t>
            </a:r>
            <a:r>
              <a:rPr lang="en-US" sz="1600" b="0" u="none" strike="noStrike">
                <a:solidFill>
                  <a:schemeClr val="dk1"/>
                </a:solidFill>
                <a:effectLst/>
                <a:uFillTx/>
                <a:latin typeface="Catamaran"/>
                <a:ea typeface="Catamaran"/>
              </a:rPr>
              <a:t> for fast CRUD operations. </a:t>
            </a:r>
            <a:endParaRPr lang="en-US" sz="1600" b="0" u="none" strike="noStrike">
              <a:solidFill>
                <a:srgbClr val="FFFFFF"/>
              </a:solidFill>
              <a:effectLst/>
              <a:uFillTx/>
              <a:latin typeface="OpenSymbol"/>
            </a:endParaRPr>
          </a:p>
          <a:p>
            <a:pPr algn="r">
              <a:lnSpc>
                <a:spcPct val="150000"/>
              </a:lnSpc>
              <a:tabLst>
                <a:tab pos="0" algn="l"/>
              </a:tabLst>
            </a:pPr>
            <a:endParaRPr lang="en-US" sz="1600" b="0" u="none" strike="noStrike">
              <a:solidFill>
                <a:srgbClr val="FFFFFF"/>
              </a:solidFill>
              <a:effectLst/>
              <a:uFillTx/>
              <a:latin typeface="OpenSymbol"/>
            </a:endParaRPr>
          </a:p>
          <a:p>
            <a:pPr algn="r">
              <a:lnSpc>
                <a:spcPct val="150000"/>
              </a:lnSpc>
              <a:tabLst>
                <a:tab pos="0" algn="l"/>
              </a:tabLst>
            </a:pPr>
            <a:r>
              <a:rPr lang="en-US" sz="1600" b="0" u="none" strike="noStrike">
                <a:solidFill>
                  <a:schemeClr val="dk1"/>
                </a:solidFill>
                <a:effectLst/>
                <a:uFillTx/>
                <a:latin typeface="Catamaran"/>
                <a:ea typeface="Catamaran"/>
              </a:rPr>
              <a:t>Enable automated rules for devices (temperature, light, presence) and optimize total power consumption through centralized control.</a:t>
            </a:r>
            <a:endParaRPr lang="en-US" sz="1600" b="0" u="none" strike="noStrike">
              <a:solidFill>
                <a:srgbClr val="FFFFFF"/>
              </a:solidFill>
              <a:effectLst/>
              <a:uFillTx/>
              <a:latin typeface="OpenSymbol"/>
            </a:endParaRPr>
          </a:p>
        </p:txBody>
      </p:sp>
      <p:sp>
        <p:nvSpPr>
          <p:cNvPr id="73" name="PlaceHolder 2"/>
          <p:cNvSpPr>
            <a:spLocks noGrp="1"/>
          </p:cNvSpPr>
          <p:nvPr>
            <p:ph type="title"/>
          </p:nvPr>
        </p:nvSpPr>
        <p:spPr>
          <a:xfrm>
            <a:off x="1447920" y="619200"/>
            <a:ext cx="6914880" cy="184752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5000" b="1" u="none" strike="noStrike">
                <a:solidFill>
                  <a:schemeClr val="dk1"/>
                </a:solidFill>
                <a:effectLst/>
                <a:uFillTx/>
                <a:latin typeface="Bai Jamjuree"/>
                <a:ea typeface="Bai Jamjuree"/>
              </a:rPr>
              <a:t>Objectives</a:t>
            </a:r>
            <a:endParaRPr lang="fr-FR" sz="5000" b="0" u="none" strike="noStrike">
              <a:solidFill>
                <a:schemeClr val="dk1"/>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73"/>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defTabSz="914400">
              <a:lnSpc>
                <a:spcPct val="100000"/>
              </a:lnSpc>
              <a:tabLst>
                <a:tab pos="0" algn="l"/>
              </a:tabLst>
            </a:pPr>
            <a:r>
              <a:rPr lang="en-US" sz="3200" b="1" u="none" strike="noStrike">
                <a:solidFill>
                  <a:schemeClr val="dk1"/>
                </a:solidFill>
                <a:effectLst/>
                <a:uFillTx/>
                <a:latin typeface="Bai Jamjuree"/>
              </a:rPr>
              <a:t>Data Structure</a:t>
            </a:r>
            <a:endParaRPr lang="en-US" sz="3200" b="0" u="none" strike="noStrike">
              <a:solidFill>
                <a:srgbClr val="FFFFFF"/>
              </a:solidFill>
              <a:effectLst/>
              <a:uFillTx/>
              <a:latin typeface="OpenSymbol"/>
            </a:endParaRPr>
          </a:p>
        </p:txBody>
      </p:sp>
      <p:sp>
        <p:nvSpPr>
          <p:cNvPr id="75" name="Rectangle 74"/>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Catamaran"/>
              </a:rPr>
              <a:t>The system uses a </a:t>
            </a:r>
            <a:r>
              <a:rPr lang="en-US" sz="1200" b="0" i="1" u="none" strike="noStrike">
                <a:solidFill>
                  <a:schemeClr val="dk1"/>
                </a:solidFill>
                <a:effectLst/>
                <a:uFillTx/>
                <a:latin typeface="Catamaran"/>
              </a:rPr>
              <a:t>Binary Search Tree (BST)</a:t>
            </a:r>
            <a:r>
              <a:rPr lang="en-US" sz="1200" b="0" u="none" strike="noStrike">
                <a:solidFill>
                  <a:schemeClr val="dk1"/>
                </a:solidFill>
                <a:effectLst/>
                <a:uFillTx/>
                <a:latin typeface="Catamaran"/>
              </a:rPr>
              <a:t> to represent devices, enabling ordered storage by device ID for efficient lookup.</a:t>
            </a:r>
            <a:endParaRPr lang="en-US" sz="1200" b="0" u="none" strike="noStrike">
              <a:solidFill>
                <a:srgbClr val="FFFFFF"/>
              </a:solidFill>
              <a:effectLst/>
              <a:uFillTx/>
              <a:latin typeface="OpenSymbol"/>
            </a:endParaRPr>
          </a:p>
          <a:p>
            <a:pPr defTabSz="914400">
              <a:lnSpc>
                <a:spcPct val="150000"/>
              </a:lnSpc>
              <a:tabLst>
                <a:tab pos="0" algn="l"/>
              </a:tabLst>
            </a:pPr>
            <a:endParaRPr lang="en-US" sz="1800" b="0" u="none" strike="noStrike">
              <a:solidFill>
                <a:srgbClr val="FFFFFF"/>
              </a:solidFill>
              <a:effectLst/>
              <a:uFillTx/>
              <a:latin typeface="OpenSymbol"/>
            </a:endParaRPr>
          </a:p>
          <a:p>
            <a:pPr defTabSz="914400">
              <a:lnSpc>
                <a:spcPct val="150000"/>
              </a:lnSpc>
              <a:tabLst>
                <a:tab pos="0" algn="l"/>
              </a:tabLst>
            </a:pPr>
            <a:r>
              <a:rPr lang="en-US" sz="1200" b="0" u="none" strike="noStrike">
                <a:solidFill>
                  <a:schemeClr val="dk1"/>
                </a:solidFill>
                <a:effectLst/>
                <a:uFillTx/>
                <a:latin typeface="Catamaran"/>
              </a:rPr>
              <a:t>BST operations support </a:t>
            </a:r>
            <a:r>
              <a:rPr lang="en-US" sz="1200" b="1" u="none" strike="noStrike">
                <a:solidFill>
                  <a:schemeClr val="dk1"/>
                </a:solidFill>
                <a:effectLst/>
                <a:uFillTx/>
                <a:latin typeface="Catamaran"/>
              </a:rPr>
              <a:t>fast search, insert, and delete</a:t>
            </a:r>
            <a:r>
              <a:rPr lang="en-US" sz="1200" b="0" u="none" strike="noStrike">
                <a:solidFill>
                  <a:schemeClr val="dk1"/>
                </a:solidFill>
                <a:effectLst/>
                <a:uFillTx/>
                <a:latin typeface="Catamaran"/>
              </a:rPr>
              <a:t>, keeping CRUD operations optimal for real-time management.</a:t>
            </a:r>
            <a:endParaRPr lang="en-US" sz="1200" b="0" u="none" strike="noStrike">
              <a:solidFill>
                <a:srgbClr val="FFFFFF"/>
              </a:solidFill>
              <a:effectLst/>
              <a:uFillTx/>
              <a:latin typeface="OpenSymbol"/>
            </a:endParaRPr>
          </a:p>
        </p:txBody>
      </p:sp>
      <p:pic>
        <p:nvPicPr>
          <p:cNvPr id="76" name="image69db284000966" descr="image69db28400096c"/>
          <p:cNvPicPr/>
          <p:nvPr/>
        </p:nvPicPr>
        <p:blipFill>
          <a:blip r:embed="rId2"/>
          <a:stretch/>
        </p:blipFill>
        <p:spPr>
          <a:xfrm>
            <a:off x="4572000" y="0"/>
            <a:ext cx="4571640" cy="514332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Google Shape;157;p34"/>
          <p:cNvPicPr/>
          <p:nvPr/>
        </p:nvPicPr>
        <p:blipFill>
          <a:blip r:embed="rId2"/>
          <a:stretch/>
        </p:blipFill>
        <p:spPr>
          <a:xfrm>
            <a:off x="0" y="0"/>
            <a:ext cx="9143640" cy="5143320"/>
          </a:xfrm>
          <a:prstGeom prst="rect">
            <a:avLst/>
          </a:prstGeom>
          <a:noFill/>
          <a:ln w="0">
            <a:noFill/>
          </a:ln>
        </p:spPr>
      </p:pic>
      <p:sp>
        <p:nvSpPr>
          <p:cNvPr id="78" name="PlaceHolder 1"/>
          <p:cNvSpPr>
            <a:spLocks noGrp="1"/>
          </p:cNvSpPr>
          <p:nvPr>
            <p:ph type="title"/>
          </p:nvPr>
        </p:nvSpPr>
        <p:spPr>
          <a:xfrm>
            <a:off x="4191120" y="3019320"/>
            <a:ext cx="4247640" cy="1647360"/>
          </a:xfrm>
          <a:prstGeom prst="rect">
            <a:avLst/>
          </a:prstGeom>
          <a:noFill/>
          <a:ln w="0">
            <a:noFill/>
          </a:ln>
          <a:effectLst>
            <a:outerShdw blurRad="57240" dist="19080" dir="5400000" rotWithShape="0">
              <a:srgbClr val="000000">
                <a:alpha val="50000"/>
              </a:srgbClr>
            </a:outerShdw>
          </a:effectLst>
        </p:spPr>
        <p:txBody>
          <a:bodyPr lIns="91440" tIns="91440" rIns="91440" bIns="91440" anchor="b">
            <a:normAutofit/>
          </a:bodyPr>
          <a:lstStyle/>
          <a:p>
            <a:pPr indent="0" algn="r">
              <a:lnSpc>
                <a:spcPct val="100000"/>
              </a:lnSpc>
              <a:buNone/>
              <a:tabLst>
                <a:tab pos="0" algn="l"/>
              </a:tabLst>
            </a:pPr>
            <a:r>
              <a:rPr lang="en-US" sz="4000" b="1" u="none" strike="noStrike">
                <a:solidFill>
                  <a:schemeClr val="dk1"/>
                </a:solidFill>
                <a:effectLst/>
                <a:uFillTx/>
                <a:latin typeface="Bai Jamjuree"/>
                <a:ea typeface="Bai Jamjuree"/>
              </a:rPr>
              <a:t>Implementation Details</a:t>
            </a:r>
            <a:endParaRPr lang="fr-FR" sz="4000" b="0" u="none" strike="noStrike">
              <a:solidFill>
                <a:schemeClr val="dk1"/>
              </a:solidFill>
              <a:effectLst/>
              <a:uFillTx/>
              <a:latin typeface="Arial"/>
            </a:endParaRPr>
          </a:p>
        </p:txBody>
      </p:sp>
      <p:sp>
        <p:nvSpPr>
          <p:cNvPr id="79" name="PlaceHolder 2"/>
          <p:cNvSpPr>
            <a:spLocks noGrp="1"/>
          </p:cNvSpPr>
          <p:nvPr>
            <p:ph type="title"/>
          </p:nvPr>
        </p:nvSpPr>
        <p:spPr>
          <a:xfrm>
            <a:off x="628560" y="3625644"/>
            <a:ext cx="1942920" cy="1107996"/>
          </a:xfrm>
          <a:prstGeom prst="rect">
            <a:avLst/>
          </a:prstGeom>
          <a:noFill/>
          <a:ln w="0">
            <a:noFill/>
          </a:ln>
          <a:effectLst>
            <a:outerShdw blurRad="57240" dist="19080" dir="5400000" rotWithShape="0">
              <a:srgbClr val="000000">
                <a:alpha val="50000"/>
              </a:srgbClr>
            </a:outerShdw>
          </a:effectLst>
        </p:spPr>
        <p:txBody>
          <a:bodyPr lIns="91440" tIns="91440" rIns="91440" bIns="91440" anchor="b">
            <a:spAutoFit/>
          </a:bodyPr>
          <a:lstStyle/>
          <a:p>
            <a:pPr indent="0">
              <a:lnSpc>
                <a:spcPct val="100000"/>
              </a:lnSpc>
              <a:buNone/>
              <a:tabLst>
                <a:tab pos="0" algn="l"/>
              </a:tabLst>
            </a:pPr>
            <a:r>
              <a:rPr lang="en-US" sz="6000" b="0" u="none" strike="noStrike" dirty="0" smtClean="0">
                <a:solidFill>
                  <a:schemeClr val="dk1"/>
                </a:solidFill>
                <a:effectLst/>
                <a:uFillTx/>
                <a:latin typeface="Catamaran"/>
                <a:ea typeface="Bai Jamjuree"/>
              </a:rPr>
              <a:t>02</a:t>
            </a:r>
            <a:endParaRPr lang="fr-FR" sz="6000" b="0" u="none" strike="noStrike" dirty="0">
              <a:solidFill>
                <a:schemeClr val="dk1"/>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angle 79"/>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defTabSz="914400">
              <a:lnSpc>
                <a:spcPct val="100000"/>
              </a:lnSpc>
              <a:tabLst>
                <a:tab pos="0" algn="l"/>
              </a:tabLst>
            </a:pPr>
            <a:r>
              <a:rPr lang="en-US" sz="3200" b="1" u="none" strike="noStrike">
                <a:solidFill>
                  <a:schemeClr val="dk1"/>
                </a:solidFill>
                <a:effectLst/>
                <a:uFillTx/>
                <a:latin typeface="Bai Jamjuree"/>
              </a:rPr>
              <a:t>CRUD Operations</a:t>
            </a:r>
            <a:endParaRPr lang="en-US" sz="3200" b="0" u="none" strike="noStrike">
              <a:solidFill>
                <a:srgbClr val="FFFFFF"/>
              </a:solidFill>
              <a:effectLst/>
              <a:uFillTx/>
              <a:latin typeface="OpenSymbol"/>
            </a:endParaRPr>
          </a:p>
        </p:txBody>
      </p:sp>
      <p:sp>
        <p:nvSpPr>
          <p:cNvPr id="81" name="Rectangle 80"/>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Catamaran"/>
              </a:rPr>
              <a:t>Each device node contains ID, Name, Status, Room, and Power attributes to enable full record management.</a:t>
            </a:r>
            <a:endParaRPr lang="en-US" sz="1200" b="0" u="none" strike="noStrike">
              <a:solidFill>
                <a:srgbClr val="FFFFFF"/>
              </a:solidFill>
              <a:effectLst/>
              <a:uFillTx/>
              <a:latin typeface="OpenSymbol"/>
            </a:endParaRPr>
          </a:p>
          <a:p>
            <a:pPr defTabSz="914400">
              <a:lnSpc>
                <a:spcPct val="150000"/>
              </a:lnSpc>
              <a:tabLst>
                <a:tab pos="0" algn="l"/>
              </a:tabLst>
            </a:pPr>
            <a:endParaRPr lang="en-US" sz="1800" b="0" u="none" strike="noStrike">
              <a:solidFill>
                <a:srgbClr val="FFFFFF"/>
              </a:solidFill>
              <a:effectLst/>
              <a:uFillTx/>
              <a:latin typeface="OpenSymbol"/>
            </a:endParaRPr>
          </a:p>
          <a:p>
            <a:pPr defTabSz="914400">
              <a:lnSpc>
                <a:spcPct val="150000"/>
              </a:lnSpc>
              <a:tabLst>
                <a:tab pos="0" algn="l"/>
              </a:tabLst>
            </a:pPr>
            <a:r>
              <a:rPr lang="en-US" sz="1200" b="0" u="none" strike="noStrike">
                <a:solidFill>
                  <a:schemeClr val="dk1"/>
                </a:solidFill>
                <a:effectLst/>
                <a:uFillTx/>
                <a:latin typeface="Catamaran"/>
              </a:rPr>
              <a:t>Menu-driven C functions implement </a:t>
            </a:r>
            <a:r>
              <a:rPr lang="en-US" sz="1200" b="1" u="none" strike="noStrike">
                <a:solidFill>
                  <a:schemeClr val="dk1"/>
                </a:solidFill>
                <a:effectLst/>
                <a:uFillTx/>
                <a:latin typeface="Catamaran"/>
              </a:rPr>
              <a:t>Create, Read, Update, Delete</a:t>
            </a:r>
            <a:r>
              <a:rPr lang="en-US" sz="1200" b="0" u="none" strike="noStrike">
                <a:solidFill>
                  <a:schemeClr val="dk1"/>
                </a:solidFill>
                <a:effectLst/>
                <a:uFillTx/>
                <a:latin typeface="Catamaran"/>
              </a:rPr>
              <a:t> with BST traversal for efficient modifications and display.</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subTitle"/>
          </p:nvPr>
        </p:nvSpPr>
        <p:spPr>
          <a:xfrm>
            <a:off x="2695680" y="2629080"/>
            <a:ext cx="5667120" cy="1895040"/>
          </a:xfrm>
          <a:prstGeom prst="rect">
            <a:avLst/>
          </a:prstGeom>
          <a:noFill/>
          <a:ln w="0">
            <a:noFill/>
          </a:ln>
        </p:spPr>
        <p:txBody>
          <a:bodyPr lIns="91440" tIns="91440" rIns="91440" bIns="91440" anchor="t">
            <a:normAutofit fontScale="85000" lnSpcReduction="19999"/>
          </a:bodyPr>
          <a:lstStyle/>
          <a:p>
            <a:pPr algn="r">
              <a:lnSpc>
                <a:spcPct val="150000"/>
              </a:lnSpc>
              <a:tabLst>
                <a:tab pos="0" algn="l"/>
              </a:tabLst>
            </a:pPr>
            <a:r>
              <a:rPr lang="en-US" sz="1600" b="0" u="none" strike="noStrike">
                <a:solidFill>
                  <a:schemeClr val="dk1"/>
                </a:solidFill>
                <a:effectLst/>
                <a:uFillTx/>
                <a:latin typeface="Catamaran"/>
                <a:ea typeface="Catamaran"/>
              </a:rPr>
              <a:t>Automation rules map sensor inputs to device actions: temperature controls AC/Fan, light sensor controls lighting, presence triggers auto-off.</a:t>
            </a:r>
            <a:endParaRPr lang="en-US" sz="1600" b="0" u="none" strike="noStrike">
              <a:solidFill>
                <a:srgbClr val="FFFFFF"/>
              </a:solidFill>
              <a:effectLst/>
              <a:uFillTx/>
              <a:latin typeface="OpenSymbol"/>
            </a:endParaRPr>
          </a:p>
          <a:p>
            <a:pPr algn="r">
              <a:lnSpc>
                <a:spcPct val="150000"/>
              </a:lnSpc>
              <a:tabLst>
                <a:tab pos="0" algn="l"/>
              </a:tabLst>
            </a:pPr>
            <a:endParaRPr lang="en-US" sz="1600" b="0" u="none" strike="noStrike">
              <a:solidFill>
                <a:srgbClr val="FFFFFF"/>
              </a:solidFill>
              <a:effectLst/>
              <a:uFillTx/>
              <a:latin typeface="OpenSymbol"/>
            </a:endParaRPr>
          </a:p>
          <a:p>
            <a:pPr algn="r">
              <a:lnSpc>
                <a:spcPct val="150000"/>
              </a:lnSpc>
              <a:tabLst>
                <a:tab pos="0" algn="l"/>
              </a:tabLst>
            </a:pPr>
            <a:r>
              <a:rPr lang="en-US" sz="1600" b="0" u="none" strike="noStrike">
                <a:solidFill>
                  <a:schemeClr val="dk1"/>
                </a:solidFill>
                <a:effectLst/>
                <a:uFillTx/>
                <a:latin typeface="Catamaran"/>
                <a:ea typeface="Catamaran"/>
              </a:rPr>
              <a:t>Rules run asynchronously with priority handling to ensure stability and </a:t>
            </a:r>
            <a:r>
              <a:rPr lang="en-US" sz="1600" b="1" u="none" strike="noStrike">
                <a:solidFill>
                  <a:schemeClr val="dk1"/>
                </a:solidFill>
                <a:effectLst/>
                <a:uFillTx/>
                <a:latin typeface="Catamaran"/>
                <a:ea typeface="Catamaran"/>
              </a:rPr>
              <a:t>consistent behavior</a:t>
            </a:r>
            <a:r>
              <a:rPr lang="en-US" sz="1600" b="0" u="none" strike="noStrike">
                <a:solidFill>
                  <a:schemeClr val="dk1"/>
                </a:solidFill>
                <a:effectLst/>
                <a:uFillTx/>
                <a:latin typeface="Catamaran"/>
                <a:ea typeface="Catamaran"/>
              </a:rPr>
              <a:t> across devices.</a:t>
            </a:r>
            <a:endParaRPr lang="en-US" sz="1600" b="0" u="none" strike="noStrike">
              <a:solidFill>
                <a:srgbClr val="FFFFFF"/>
              </a:solidFill>
              <a:effectLst/>
              <a:uFillTx/>
              <a:latin typeface="OpenSymbol"/>
            </a:endParaRPr>
          </a:p>
        </p:txBody>
      </p:sp>
      <p:sp>
        <p:nvSpPr>
          <p:cNvPr id="83" name="PlaceHolder 2"/>
          <p:cNvSpPr>
            <a:spLocks noGrp="1"/>
          </p:cNvSpPr>
          <p:nvPr>
            <p:ph type="title"/>
          </p:nvPr>
        </p:nvSpPr>
        <p:spPr>
          <a:xfrm>
            <a:off x="1447920" y="619200"/>
            <a:ext cx="6914880" cy="184752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5000" b="1" u="none" strike="noStrike">
                <a:solidFill>
                  <a:schemeClr val="dk1"/>
                </a:solidFill>
                <a:effectLst/>
                <a:uFillTx/>
                <a:latin typeface="Bai Jamjuree"/>
                <a:ea typeface="Bai Jamjuree"/>
              </a:rPr>
              <a:t>Smart Automation</a:t>
            </a:r>
            <a:endParaRPr lang="fr-FR" sz="5000" b="0" u="none" strike="noStrike">
              <a:solidFill>
                <a:schemeClr val="dk1"/>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5210280" y="2762280"/>
            <a:ext cx="3704760" cy="188568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3200" b="1" u="none" strike="noStrike">
                <a:solidFill>
                  <a:schemeClr val="dk1"/>
                </a:solidFill>
                <a:effectLst/>
                <a:uFillTx/>
                <a:latin typeface="Bai Jamjuree"/>
                <a:ea typeface="Bai Jamjuree"/>
              </a:rPr>
              <a:t>Power Management</a:t>
            </a:r>
            <a:endParaRPr lang="fr-FR" sz="3200" b="0" u="none" strike="noStrike">
              <a:solidFill>
                <a:schemeClr val="dk1"/>
              </a:solidFill>
              <a:effectLst/>
              <a:uFillTx/>
              <a:latin typeface="Arial"/>
            </a:endParaRPr>
          </a:p>
        </p:txBody>
      </p:sp>
      <p:sp>
        <p:nvSpPr>
          <p:cNvPr id="85" name="PlaceHolder 2"/>
          <p:cNvSpPr>
            <a:spLocks noGrp="1"/>
          </p:cNvSpPr>
          <p:nvPr>
            <p:ph type="subTitle"/>
          </p:nvPr>
        </p:nvSpPr>
        <p:spPr>
          <a:xfrm>
            <a:off x="5210280" y="390600"/>
            <a:ext cx="3704760" cy="2266560"/>
          </a:xfrm>
          <a:prstGeom prst="rect">
            <a:avLst/>
          </a:prstGeom>
          <a:noFill/>
          <a:ln w="0">
            <a:noFill/>
          </a:ln>
        </p:spPr>
        <p:txBody>
          <a:bodyPr lIns="91440" tIns="91440" rIns="91440" bIns="91440" anchor="b">
            <a:normAutofit/>
          </a:bodyPr>
          <a:lstStyle/>
          <a:p>
            <a:pPr indent="0" algn="r">
              <a:lnSpc>
                <a:spcPct val="150000"/>
              </a:lnSpc>
              <a:buNone/>
              <a:tabLst>
                <a:tab pos="0" algn="l"/>
              </a:tabLst>
            </a:pPr>
            <a:r>
              <a:rPr lang="en-US" sz="1200" b="0" u="none" strike="noStrike">
                <a:solidFill>
                  <a:schemeClr val="dk1"/>
                </a:solidFill>
                <a:effectLst/>
                <a:uFillTx/>
                <a:latin typeface="Catamaran"/>
                <a:ea typeface="Catamaran"/>
              </a:rPr>
              <a:t>System assigns and tracks device power usage, aggregating totals per room and overall to monitor consumption.</a:t>
            </a:r>
            <a:endParaRPr lang="en-US" sz="1200" b="0" u="none" strike="noStrike">
              <a:solidFill>
                <a:srgbClr val="FFFFFF"/>
              </a:solidFill>
              <a:effectLst/>
              <a:uFillTx/>
              <a:latin typeface="OpenSymbol"/>
            </a:endParaRPr>
          </a:p>
          <a:p>
            <a:pPr indent="0" algn="r">
              <a:lnSpc>
                <a:spcPct val="150000"/>
              </a:lnSpc>
              <a:buNone/>
              <a:tabLst>
                <a:tab pos="0" algn="l"/>
              </a:tabLst>
            </a:pPr>
            <a:endParaRPr lang="en-US" sz="1200" b="0" u="none" strike="noStrike">
              <a:solidFill>
                <a:srgbClr val="FFFFFF"/>
              </a:solidFill>
              <a:effectLst/>
              <a:uFillTx/>
              <a:latin typeface="OpenSymbol"/>
            </a:endParaRPr>
          </a:p>
          <a:p>
            <a:pPr indent="0" algn="r">
              <a:lnSpc>
                <a:spcPct val="150000"/>
              </a:lnSpc>
              <a:buNone/>
              <a:tabLst>
                <a:tab pos="0" algn="l"/>
              </a:tabLst>
            </a:pPr>
            <a:r>
              <a:rPr lang="en-US" sz="1200" b="0" u="none" strike="noStrike">
                <a:solidFill>
                  <a:schemeClr val="dk1"/>
                </a:solidFill>
                <a:effectLst/>
                <a:uFillTx/>
                <a:latin typeface="Catamaran"/>
                <a:ea typeface="Catamaran"/>
              </a:rPr>
              <a:t>Automated limits and scheduling optimize usage, enabling </a:t>
            </a:r>
            <a:r>
              <a:rPr lang="en-US" sz="1200" b="1" u="none" strike="noStrike">
                <a:solidFill>
                  <a:schemeClr val="dk1"/>
                </a:solidFill>
                <a:effectLst/>
                <a:uFillTx/>
                <a:latin typeface="Catamaran"/>
                <a:ea typeface="Catamaran"/>
              </a:rPr>
              <a:t>energy-efficient operation</a:t>
            </a:r>
            <a:r>
              <a:rPr lang="en-US" sz="1200" b="0" u="none" strike="noStrike">
                <a:solidFill>
                  <a:schemeClr val="dk1"/>
                </a:solidFill>
                <a:effectLst/>
                <a:uFillTx/>
                <a:latin typeface="Catamaran"/>
                <a:ea typeface="Catamaran"/>
              </a:rPr>
              <a:t> and peak load prevention.</a:t>
            </a:r>
            <a:endParaRPr lang="en-US" sz="1200" b="0" u="none" strike="noStrike">
              <a:solidFill>
                <a:srgbClr val="FFFFFF"/>
              </a:solidFill>
              <a:effectLst/>
              <a:uFillTx/>
              <a:latin typeface="OpenSymbol"/>
            </a:endParaRPr>
          </a:p>
        </p:txBody>
      </p:sp>
      <p:pic>
        <p:nvPicPr>
          <p:cNvPr id="86" name="Google Shape;173;p36"/>
          <p:cNvPicPr/>
          <p:nvPr/>
        </p:nvPicPr>
        <p:blipFill>
          <a:blip r:embed="rId2"/>
          <a:stretch/>
        </p:blipFill>
        <p:spPr>
          <a:xfrm flipH="1">
            <a:off x="360" y="0"/>
            <a:ext cx="4885920" cy="514332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b">
            <a:normAutofit/>
          </a:bodyPr>
          <a:lstStyle/>
          <a:p>
            <a:pPr defTabSz="914400">
              <a:lnSpc>
                <a:spcPct val="100000"/>
              </a:lnSpc>
              <a:tabLst>
                <a:tab pos="0" algn="l"/>
              </a:tabLst>
            </a:pPr>
            <a:r>
              <a:rPr lang="en-US" sz="3200" b="1" u="none" strike="noStrike">
                <a:solidFill>
                  <a:schemeClr val="dk1"/>
                </a:solidFill>
                <a:effectLst/>
                <a:uFillTx/>
                <a:latin typeface="Bai Jamjuree"/>
              </a:rPr>
              <a:t>Applications</a:t>
            </a:r>
            <a:endParaRPr lang="en-US" sz="3200" b="0" u="none" strike="noStrike">
              <a:solidFill>
                <a:srgbClr val="FFFFFF"/>
              </a:solidFill>
              <a:effectLst/>
              <a:uFillTx/>
              <a:latin typeface="OpenSymbol"/>
            </a:endParaRPr>
          </a:p>
        </p:txBody>
      </p:sp>
      <p:sp>
        <p:nvSpPr>
          <p:cNvPr id="88" name="Rectangle 87"/>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Catamaran"/>
              </a:rPr>
              <a:t>The smart home device control system is applicable in residential automation, IoT ecosystems, and energy management solutions. It enables centralized control and monitoring of multiple devices, enhancing user convenience and operational efficiency. These applications support scalable, adaptable smart environments for improved daily life and resource optimization.</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subTitle"/>
          </p:nvPr>
        </p:nvSpPr>
        <p:spPr>
          <a:xfrm>
            <a:off x="2695680" y="2629080"/>
            <a:ext cx="5667120" cy="1895040"/>
          </a:xfrm>
          <a:prstGeom prst="rect">
            <a:avLst/>
          </a:prstGeom>
          <a:noFill/>
          <a:ln w="0">
            <a:noFill/>
          </a:ln>
        </p:spPr>
        <p:txBody>
          <a:bodyPr lIns="91440" tIns="91440" rIns="91440" bIns="91440" anchor="t">
            <a:normAutofit lnSpcReduction="9999"/>
          </a:bodyPr>
          <a:lstStyle/>
          <a:p>
            <a:pPr algn="r">
              <a:lnSpc>
                <a:spcPct val="150000"/>
              </a:lnSpc>
              <a:tabLst>
                <a:tab pos="0" algn="l"/>
              </a:tabLst>
            </a:pPr>
            <a:r>
              <a:rPr lang="en-US" sz="1600" b="0" u="none" strike="noStrike" dirty="0">
                <a:solidFill>
                  <a:schemeClr val="dk1"/>
                </a:solidFill>
                <a:effectLst/>
                <a:uFillTx/>
                <a:latin typeface="Catamaran"/>
                <a:ea typeface="Catamaran"/>
              </a:rPr>
              <a:t>The BST-based design delivers efficient device CRUD operations and scalable management for smart homes.</a:t>
            </a:r>
            <a:endParaRPr lang="en-US" sz="1600" b="0" u="none" strike="noStrike" dirty="0">
              <a:solidFill>
                <a:srgbClr val="FFFFFF"/>
              </a:solidFill>
              <a:effectLst/>
              <a:uFillTx/>
              <a:latin typeface="OpenSymbol"/>
            </a:endParaRPr>
          </a:p>
          <a:p>
            <a:pPr algn="r">
              <a:lnSpc>
                <a:spcPct val="150000"/>
              </a:lnSpc>
              <a:tabLst>
                <a:tab pos="0" algn="l"/>
              </a:tabLst>
            </a:pPr>
            <a:endParaRPr lang="en-US" sz="1600" b="0" u="none" strike="noStrike" dirty="0">
              <a:solidFill>
                <a:srgbClr val="FFFFFF"/>
              </a:solidFill>
              <a:effectLst/>
              <a:uFillTx/>
              <a:latin typeface="OpenSymbol"/>
            </a:endParaRPr>
          </a:p>
          <a:p>
            <a:pPr algn="r">
              <a:lnSpc>
                <a:spcPct val="150000"/>
              </a:lnSpc>
              <a:tabLst>
                <a:tab pos="0" algn="l"/>
              </a:tabLst>
            </a:pPr>
            <a:r>
              <a:rPr lang="en-US" sz="1600" b="0" u="none" strike="noStrike" dirty="0">
                <a:solidFill>
                  <a:schemeClr val="dk1"/>
                </a:solidFill>
                <a:effectLst/>
                <a:uFillTx/>
                <a:latin typeface="Catamaran"/>
                <a:ea typeface="Catamaran"/>
              </a:rPr>
              <a:t>Combined automation and power controls improve comfort, reduce energy waste, and provide a foundation for future GUI and </a:t>
            </a:r>
            <a:r>
              <a:rPr lang="en-US" sz="1600" b="0" u="none" strike="noStrike" dirty="0" err="1">
                <a:solidFill>
                  <a:schemeClr val="dk1"/>
                </a:solidFill>
                <a:effectLst/>
                <a:uFillTx/>
                <a:latin typeface="Catamaran"/>
                <a:ea typeface="Catamaran"/>
              </a:rPr>
              <a:t>IoT</a:t>
            </a:r>
            <a:r>
              <a:rPr lang="en-US" sz="1600" b="0" u="none" strike="noStrike" dirty="0">
                <a:solidFill>
                  <a:schemeClr val="dk1"/>
                </a:solidFill>
                <a:effectLst/>
                <a:uFillTx/>
                <a:latin typeface="Catamaran"/>
                <a:ea typeface="Catamaran"/>
              </a:rPr>
              <a:t> integration.</a:t>
            </a:r>
            <a:endParaRPr lang="en-US" sz="1600" b="0" u="none" strike="noStrike" dirty="0">
              <a:solidFill>
                <a:srgbClr val="FFFFFF"/>
              </a:solidFill>
              <a:effectLst/>
              <a:uFillTx/>
              <a:latin typeface="OpenSymbol"/>
            </a:endParaRPr>
          </a:p>
        </p:txBody>
      </p:sp>
      <p:sp>
        <p:nvSpPr>
          <p:cNvPr id="90" name="PlaceHolder 2"/>
          <p:cNvSpPr>
            <a:spLocks noGrp="1"/>
          </p:cNvSpPr>
          <p:nvPr>
            <p:ph type="title"/>
          </p:nvPr>
        </p:nvSpPr>
        <p:spPr>
          <a:xfrm>
            <a:off x="1447920" y="619200"/>
            <a:ext cx="6914880" cy="184752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5000" b="1" u="none" strike="noStrike">
                <a:solidFill>
                  <a:schemeClr val="dk1"/>
                </a:solidFill>
                <a:effectLst/>
                <a:uFillTx/>
                <a:latin typeface="Bai Jamjuree"/>
                <a:ea typeface="Bai Jamjuree"/>
              </a:rPr>
              <a:t>Conclusions</a:t>
            </a:r>
            <a:endParaRPr lang="fr-FR" sz="5000" b="0" u="none" strike="noStrike" dirty="0">
              <a:solidFill>
                <a:schemeClr val="dk1"/>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theme/theme1.xml><?xml version="1.0" encoding="utf-8"?>
<a:theme xmlns:a="http://schemas.openxmlformats.org/drawingml/2006/main" name="Tech Startup by Slidesgo">
  <a:themeElements>
    <a:clrScheme name="Simple Light">
      <a:dk1>
        <a:srgbClr val="FFFFFF"/>
      </a:dk1>
      <a:lt1>
        <a:srgbClr val="16100A"/>
      </a:lt1>
      <a:dk2>
        <a:srgbClr val="7A0013"/>
      </a:dk2>
      <a:lt2>
        <a:srgbClr val="BD641A"/>
      </a:lt2>
      <a:accent1>
        <a:srgbClr val="91E9DB"/>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169</TotalTime>
  <Words>392</Words>
  <Application>Microsoft Office PowerPoint</Application>
  <PresentationFormat>On-screen Show (16:9)</PresentationFormat>
  <Paragraphs>40</Paragraphs>
  <Slides>12</Slides>
  <Notes>0</Notes>
  <HiddenSlides>0</HiddenSlides>
  <MMClips>0</MMClip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Tech Startup by Slidesgo</vt:lpstr>
      <vt:lpstr>Slidesgo Final Pages</vt:lpstr>
      <vt:lpstr>Smart Home               S.V.Suhaas                                                                                                                                                                         P.Vishnu </vt:lpstr>
      <vt:lpstr>Introduction</vt:lpstr>
      <vt:lpstr>PowerPoint Presentation</vt:lpstr>
      <vt:lpstr>PowerPoint Presentation</vt:lpstr>
      <vt:lpstr>Objectives</vt:lpstr>
      <vt:lpstr>PowerPoint Presentation</vt:lpstr>
      <vt:lpstr>Implementation Details</vt:lpstr>
      <vt:lpstr>PowerPoint Presentation</vt:lpstr>
      <vt:lpstr>Smart Automation</vt:lpstr>
      <vt:lpstr>Power Management</vt:lpstr>
      <vt:lpstr>PowerPoint Presentation</vt:lpstr>
      <vt:lpstr>Conclusions</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Home               S.V.Suhaas                                                                                                                                                                         P.Vishnu</dc:title>
  <dc:creator>lenovo</dc:creator>
  <cp:lastModifiedBy>lenovo</cp:lastModifiedBy>
  <cp:revision>4</cp:revision>
  <dcterms:modified xsi:type="dcterms:W3CDTF">2026-04-20T18:05:13Z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2026-04-12T05:06:06Z</dcterms:created>
  <dc:creator>Unknown Creator</dc:creator>
  <dc:description/>
  <dc:language>en-US</dc:language>
  <cp:lastModifiedBy>Unknown Creator</cp:lastModifiedBy>
  <dcterms:modified xsi:type="dcterms:W3CDTF">2026-04-12T05:06:06Z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13</vt:r8>
  </property>
</Properties>
</file>